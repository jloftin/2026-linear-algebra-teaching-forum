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44" r:id="rId5"/>
    <p:sldId id="346" r:id="rId6"/>
    <p:sldId id="347" r:id="rId7"/>
    <p:sldId id="345" r:id="rId8"/>
    <p:sldId id="348" r:id="rId9"/>
    <p:sldId id="332" r:id="rId10"/>
    <p:sldId id="343" r:id="rId11"/>
    <p:sldId id="349" r:id="rId12"/>
    <p:sldId id="334" r:id="rId13"/>
    <p:sldId id="338" r:id="rId14"/>
    <p:sldId id="32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CC00"/>
    <a:srgbClr val="FF6400"/>
    <a:srgbClr val="228B22"/>
    <a:srgbClr val="A020F6"/>
    <a:srgbClr val="0000FF"/>
    <a:srgbClr val="636569"/>
    <a:srgbClr val="715091"/>
    <a:srgbClr val="176DAD"/>
    <a:srgbClr val="0D78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26EC26-6F6F-4CEF-B114-FB371FC29341}" v="169" dt="2023-12-27T19:05:11.1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82698" autoAdjust="0"/>
  </p:normalViewPr>
  <p:slideViewPr>
    <p:cSldViewPr>
      <p:cViewPr varScale="1">
        <p:scale>
          <a:sx n="91" d="100"/>
          <a:sy n="91" d="100"/>
        </p:scale>
        <p:origin x="1236" y="90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2" d="100"/>
          <a:sy n="102" d="100"/>
        </p:scale>
        <p:origin x="35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 Loftin" userId="8abea567-b75f-467f-ab36-6d6b7785e8de" providerId="ADAL" clId="{B426EC26-6F6F-4CEF-B114-FB371FC29341}"/>
    <pc:docChg chg="undo custSel addSld modSld sldOrd">
      <pc:chgData name="Jon Loftin" userId="8abea567-b75f-467f-ab36-6d6b7785e8de" providerId="ADAL" clId="{B426EC26-6F6F-4CEF-B114-FB371FC29341}" dt="2023-12-27T19:19:25.293" v="943" actId="20577"/>
      <pc:docMkLst>
        <pc:docMk/>
      </pc:docMkLst>
      <pc:sldChg chg="ord">
        <pc:chgData name="Jon Loftin" userId="8abea567-b75f-467f-ab36-6d6b7785e8de" providerId="ADAL" clId="{B426EC26-6F6F-4CEF-B114-FB371FC29341}" dt="2023-12-27T17:20:35.528" v="747"/>
        <pc:sldMkLst>
          <pc:docMk/>
          <pc:sldMk cId="2329151808" sldId="334"/>
        </pc:sldMkLst>
      </pc:sldChg>
      <pc:sldChg chg="addSp delSp modSp mod">
        <pc:chgData name="Jon Loftin" userId="8abea567-b75f-467f-ab36-6d6b7785e8de" providerId="ADAL" clId="{B426EC26-6F6F-4CEF-B114-FB371FC29341}" dt="2023-12-27T19:07:37.026" v="925" actId="1076"/>
        <pc:sldMkLst>
          <pc:docMk/>
          <pc:sldMk cId="0" sldId="344"/>
        </pc:sldMkLst>
        <pc:spChg chg="mod">
          <ac:chgData name="Jon Loftin" userId="8abea567-b75f-467f-ab36-6d6b7785e8de" providerId="ADAL" clId="{B426EC26-6F6F-4CEF-B114-FB371FC29341}" dt="2023-12-27T15:49:34.003" v="12" actId="20577"/>
          <ac:spMkLst>
            <pc:docMk/>
            <pc:sldMk cId="0" sldId="344"/>
            <ac:spMk id="2" creationId="{00000000-0000-0000-0000-000000000000}"/>
          </ac:spMkLst>
        </pc:spChg>
        <pc:spChg chg="del">
          <ac:chgData name="Jon Loftin" userId="8abea567-b75f-467f-ab36-6d6b7785e8de" providerId="ADAL" clId="{B426EC26-6F6F-4CEF-B114-FB371FC29341}" dt="2023-12-27T19:06:52.528" v="918" actId="478"/>
          <ac:spMkLst>
            <pc:docMk/>
            <pc:sldMk cId="0" sldId="344"/>
            <ac:spMk id="3" creationId="{00000000-0000-0000-0000-000000000000}"/>
          </ac:spMkLst>
        </pc:spChg>
        <pc:spChg chg="add mod">
          <ac:chgData name="Jon Loftin" userId="8abea567-b75f-467f-ab36-6d6b7785e8de" providerId="ADAL" clId="{B426EC26-6F6F-4CEF-B114-FB371FC29341}" dt="2023-12-27T15:51:22.744" v="79" actId="14100"/>
          <ac:spMkLst>
            <pc:docMk/>
            <pc:sldMk cId="0" sldId="344"/>
            <ac:spMk id="4" creationId="{DCFE582B-07F9-CA0B-177C-BB51EEA9A362}"/>
          </ac:spMkLst>
        </pc:spChg>
        <pc:picChg chg="add del">
          <ac:chgData name="Jon Loftin" userId="8abea567-b75f-467f-ab36-6d6b7785e8de" providerId="ADAL" clId="{B426EC26-6F6F-4CEF-B114-FB371FC29341}" dt="2023-12-27T19:04:57.997" v="907"/>
          <ac:picMkLst>
            <pc:docMk/>
            <pc:sldMk cId="0" sldId="344"/>
            <ac:picMk id="5" creationId="{4ECDA6C5-B945-A0B9-6C49-5760523C2A8D}"/>
          </ac:picMkLst>
        </pc:picChg>
        <pc:picChg chg="add del mod">
          <ac:chgData name="Jon Loftin" userId="8abea567-b75f-467f-ab36-6d6b7785e8de" providerId="ADAL" clId="{B426EC26-6F6F-4CEF-B114-FB371FC29341}" dt="2023-12-27T19:07:15.647" v="919" actId="478"/>
          <ac:picMkLst>
            <pc:docMk/>
            <pc:sldMk cId="0" sldId="344"/>
            <ac:picMk id="6" creationId="{E5716568-4B29-E0DE-E662-7401F72C9D59}"/>
          </ac:picMkLst>
        </pc:picChg>
        <pc:picChg chg="add mod">
          <ac:chgData name="Jon Loftin" userId="8abea567-b75f-467f-ab36-6d6b7785e8de" providerId="ADAL" clId="{B426EC26-6F6F-4CEF-B114-FB371FC29341}" dt="2023-12-27T19:07:37.026" v="925" actId="1076"/>
          <ac:picMkLst>
            <pc:docMk/>
            <pc:sldMk cId="0" sldId="344"/>
            <ac:picMk id="8" creationId="{92FCCA05-DACB-FEF1-9241-268432A6053E}"/>
          </ac:picMkLst>
        </pc:picChg>
        <pc:picChg chg="add mod">
          <ac:chgData name="Jon Loftin" userId="8abea567-b75f-467f-ab36-6d6b7785e8de" providerId="ADAL" clId="{B426EC26-6F6F-4CEF-B114-FB371FC29341}" dt="2023-12-27T19:07:32.916" v="924" actId="1076"/>
          <ac:picMkLst>
            <pc:docMk/>
            <pc:sldMk cId="0" sldId="344"/>
            <ac:picMk id="10" creationId="{D04F84E2-B89E-47AE-4CFE-5C0916EC515A}"/>
          </ac:picMkLst>
        </pc:picChg>
      </pc:sldChg>
      <pc:sldChg chg="modSp mod">
        <pc:chgData name="Jon Loftin" userId="8abea567-b75f-467f-ab36-6d6b7785e8de" providerId="ADAL" clId="{B426EC26-6F6F-4CEF-B114-FB371FC29341}" dt="2023-12-27T19:19:25.293" v="943" actId="20577"/>
        <pc:sldMkLst>
          <pc:docMk/>
          <pc:sldMk cId="621739045" sldId="345"/>
        </pc:sldMkLst>
        <pc:spChg chg="mod">
          <ac:chgData name="Jon Loftin" userId="8abea567-b75f-467f-ab36-6d6b7785e8de" providerId="ADAL" clId="{B426EC26-6F6F-4CEF-B114-FB371FC29341}" dt="2023-12-27T19:19:25.293" v="943" actId="20577"/>
          <ac:spMkLst>
            <pc:docMk/>
            <pc:sldMk cId="621739045" sldId="345"/>
            <ac:spMk id="2" creationId="{9B93680B-E4FF-B44A-A773-41AE1F832FD9}"/>
          </ac:spMkLst>
        </pc:spChg>
        <pc:grpChg chg="mod">
          <ac:chgData name="Jon Loftin" userId="8abea567-b75f-467f-ab36-6d6b7785e8de" providerId="ADAL" clId="{B426EC26-6F6F-4CEF-B114-FB371FC29341}" dt="2023-12-27T19:18:50.908" v="932" actId="1076"/>
          <ac:grpSpMkLst>
            <pc:docMk/>
            <pc:sldMk cId="621739045" sldId="345"/>
            <ac:grpSpMk id="12" creationId="{52A98064-6C3F-E255-85FA-7B14D4A61F4B}"/>
          </ac:grpSpMkLst>
        </pc:grpChg>
      </pc:sldChg>
      <pc:sldChg chg="modSp new mod">
        <pc:chgData name="Jon Loftin" userId="8abea567-b75f-467f-ab36-6d6b7785e8de" providerId="ADAL" clId="{B426EC26-6F6F-4CEF-B114-FB371FC29341}" dt="2023-12-27T16:03:40.215" v="357" actId="20577"/>
        <pc:sldMkLst>
          <pc:docMk/>
          <pc:sldMk cId="3631377174" sldId="346"/>
        </pc:sldMkLst>
        <pc:spChg chg="mod">
          <ac:chgData name="Jon Loftin" userId="8abea567-b75f-467f-ab36-6d6b7785e8de" providerId="ADAL" clId="{B426EC26-6F6F-4CEF-B114-FB371FC29341}" dt="2023-12-27T15:56:04.378" v="103" actId="20577"/>
          <ac:spMkLst>
            <pc:docMk/>
            <pc:sldMk cId="3631377174" sldId="346"/>
            <ac:spMk id="2" creationId="{0DEB297D-2D9E-314A-B80A-BA6A7C6DCE6A}"/>
          </ac:spMkLst>
        </pc:spChg>
        <pc:spChg chg="mod">
          <ac:chgData name="Jon Loftin" userId="8abea567-b75f-467f-ab36-6d6b7785e8de" providerId="ADAL" clId="{B426EC26-6F6F-4CEF-B114-FB371FC29341}" dt="2023-12-27T16:03:40.215" v="357" actId="20577"/>
          <ac:spMkLst>
            <pc:docMk/>
            <pc:sldMk cId="3631377174" sldId="346"/>
            <ac:spMk id="3" creationId="{084BE7CC-3EBA-0FB2-921C-0F85F798A94E}"/>
          </ac:spMkLst>
        </pc:spChg>
      </pc:sldChg>
      <pc:sldChg chg="addSp delSp modSp new mod">
        <pc:chgData name="Jon Loftin" userId="8abea567-b75f-467f-ab36-6d6b7785e8de" providerId="ADAL" clId="{B426EC26-6F6F-4CEF-B114-FB371FC29341}" dt="2023-12-27T19:18:23.988" v="931" actId="20577"/>
        <pc:sldMkLst>
          <pc:docMk/>
          <pc:sldMk cId="1640513190" sldId="347"/>
        </pc:sldMkLst>
        <pc:spChg chg="mod">
          <ac:chgData name="Jon Loftin" userId="8abea567-b75f-467f-ab36-6d6b7785e8de" providerId="ADAL" clId="{B426EC26-6F6F-4CEF-B114-FB371FC29341}" dt="2023-12-27T16:04:12.250" v="390" actId="20577"/>
          <ac:spMkLst>
            <pc:docMk/>
            <pc:sldMk cId="1640513190" sldId="347"/>
            <ac:spMk id="2" creationId="{26192A57-9E6D-C64E-531C-50076F5B850D}"/>
          </ac:spMkLst>
        </pc:spChg>
        <pc:spChg chg="mod">
          <ac:chgData name="Jon Loftin" userId="8abea567-b75f-467f-ab36-6d6b7785e8de" providerId="ADAL" clId="{B426EC26-6F6F-4CEF-B114-FB371FC29341}" dt="2023-12-27T19:18:23.988" v="931" actId="20577"/>
          <ac:spMkLst>
            <pc:docMk/>
            <pc:sldMk cId="1640513190" sldId="347"/>
            <ac:spMk id="3" creationId="{48002E6B-CAB6-7161-19BF-D819D333EEC5}"/>
          </ac:spMkLst>
        </pc:spChg>
        <pc:picChg chg="add del mod">
          <ac:chgData name="Jon Loftin" userId="8abea567-b75f-467f-ab36-6d6b7785e8de" providerId="ADAL" clId="{B426EC26-6F6F-4CEF-B114-FB371FC29341}" dt="2023-12-27T16:15:35.923" v="685" actId="478"/>
          <ac:picMkLst>
            <pc:docMk/>
            <pc:sldMk cId="1640513190" sldId="347"/>
            <ac:picMk id="5" creationId="{8B3DE380-B3D3-626E-239E-12681857DFE2}"/>
          </ac:picMkLst>
        </pc:picChg>
        <pc:picChg chg="add mod">
          <ac:chgData name="Jon Loftin" userId="8abea567-b75f-467f-ab36-6d6b7785e8de" providerId="ADAL" clId="{B426EC26-6F6F-4CEF-B114-FB371FC29341}" dt="2023-12-27T16:15:28.504" v="684" actId="1076"/>
          <ac:picMkLst>
            <pc:docMk/>
            <pc:sldMk cId="1640513190" sldId="347"/>
            <ac:picMk id="7" creationId="{DF5D2311-378B-9940-905C-E02A70402933}"/>
          </ac:picMkLst>
        </pc:picChg>
      </pc:sldChg>
      <pc:sldChg chg="addSp delSp modSp new mod">
        <pc:chgData name="Jon Loftin" userId="8abea567-b75f-467f-ab36-6d6b7785e8de" providerId="ADAL" clId="{B426EC26-6F6F-4CEF-B114-FB371FC29341}" dt="2023-12-27T17:08:00.734" v="740" actId="9405"/>
        <pc:sldMkLst>
          <pc:docMk/>
          <pc:sldMk cId="3841048259" sldId="348"/>
        </pc:sldMkLst>
        <pc:spChg chg="mod">
          <ac:chgData name="Jon Loftin" userId="8abea567-b75f-467f-ab36-6d6b7785e8de" providerId="ADAL" clId="{B426EC26-6F6F-4CEF-B114-FB371FC29341}" dt="2023-12-27T16:32:25.417" v="718" actId="20577"/>
          <ac:spMkLst>
            <pc:docMk/>
            <pc:sldMk cId="3841048259" sldId="348"/>
            <ac:spMk id="2" creationId="{76A4FAA0-3F3C-FA32-9CB8-027E7FDF69C2}"/>
          </ac:spMkLst>
        </pc:spChg>
        <pc:spChg chg="add mod">
          <ac:chgData name="Jon Loftin" userId="8abea567-b75f-467f-ab36-6d6b7785e8de" providerId="ADAL" clId="{B426EC26-6F6F-4CEF-B114-FB371FC29341}" dt="2023-12-27T16:32:34.788" v="720" actId="1076"/>
          <ac:spMkLst>
            <pc:docMk/>
            <pc:sldMk cId="3841048259" sldId="348"/>
            <ac:spMk id="18" creationId="{31EA3608-0AFC-E0B3-1A09-033DB8AE2E8F}"/>
          </ac:spMkLst>
        </pc:spChg>
        <pc:grpChg chg="mod">
          <ac:chgData name="Jon Loftin" userId="8abea567-b75f-467f-ab36-6d6b7785e8de" providerId="ADAL" clId="{B426EC26-6F6F-4CEF-B114-FB371FC29341}" dt="2023-12-27T17:07:29.677" v="726"/>
          <ac:grpSpMkLst>
            <pc:docMk/>
            <pc:sldMk cId="3841048259" sldId="348"/>
            <ac:grpSpMk id="22" creationId="{F17516E9-E99C-7E7E-4213-27AF94E7069C}"/>
          </ac:grpSpMkLst>
        </pc:grpChg>
        <pc:grpChg chg="del mod">
          <ac:chgData name="Jon Loftin" userId="8abea567-b75f-467f-ab36-6d6b7785e8de" providerId="ADAL" clId="{B426EC26-6F6F-4CEF-B114-FB371FC29341}" dt="2023-12-27T17:07:49.400" v="736"/>
          <ac:grpSpMkLst>
            <pc:docMk/>
            <pc:sldMk cId="3841048259" sldId="348"/>
            <ac:grpSpMk id="27" creationId="{F04598A5-B848-D61A-E1CE-A86B268AC309}"/>
          </ac:grpSpMkLst>
        </pc:grpChg>
        <pc:grpChg chg="mod">
          <ac:chgData name="Jon Loftin" userId="8abea567-b75f-467f-ab36-6d6b7785e8de" providerId="ADAL" clId="{B426EC26-6F6F-4CEF-B114-FB371FC29341}" dt="2023-12-27T17:07:49.400" v="736"/>
          <ac:grpSpMkLst>
            <pc:docMk/>
            <pc:sldMk cId="3841048259" sldId="348"/>
            <ac:grpSpMk id="30" creationId="{87871DB0-12EF-3EA0-1F5D-19A19D89B5D4}"/>
          </ac:grpSpMkLst>
        </pc:grpChg>
        <pc:grpChg chg="mod">
          <ac:chgData name="Jon Loftin" userId="8abea567-b75f-467f-ab36-6d6b7785e8de" providerId="ADAL" clId="{B426EC26-6F6F-4CEF-B114-FB371FC29341}" dt="2023-12-27T17:07:57.396" v="739"/>
          <ac:grpSpMkLst>
            <pc:docMk/>
            <pc:sldMk cId="3841048259" sldId="348"/>
            <ac:grpSpMk id="33" creationId="{F9FB6ADF-20B2-AE7B-1F0D-E2F59631CBE4}"/>
          </ac:grpSpMkLst>
        </pc:grpChg>
        <pc:picChg chg="add mod">
          <ac:chgData name="Jon Loftin" userId="8abea567-b75f-467f-ab36-6d6b7785e8de" providerId="ADAL" clId="{B426EC26-6F6F-4CEF-B114-FB371FC29341}" dt="2023-12-27T16:30:21.374" v="688" actId="1076"/>
          <ac:picMkLst>
            <pc:docMk/>
            <pc:sldMk cId="3841048259" sldId="348"/>
            <ac:picMk id="4" creationId="{37BF328A-88AB-CFBB-4AB0-9A91D9E23BE5}"/>
          </ac:picMkLst>
        </pc:picChg>
        <pc:picChg chg="add mod">
          <ac:chgData name="Jon Loftin" userId="8abea567-b75f-467f-ab36-6d6b7785e8de" providerId="ADAL" clId="{B426EC26-6F6F-4CEF-B114-FB371FC29341}" dt="2023-12-27T16:32:33.016" v="719" actId="1076"/>
          <ac:picMkLst>
            <pc:docMk/>
            <pc:sldMk cId="3841048259" sldId="348"/>
            <ac:picMk id="17" creationId="{611C7112-FC14-F69E-EF02-4FCDD4E4790A}"/>
          </ac:picMkLst>
        </pc:picChg>
        <pc:inkChg chg="add del">
          <ac:chgData name="Jon Loftin" userId="8abea567-b75f-467f-ab36-6d6b7785e8de" providerId="ADAL" clId="{B426EC26-6F6F-4CEF-B114-FB371FC29341}" dt="2023-12-27T16:30:44.337" v="694" actId="9405"/>
          <ac:inkMkLst>
            <pc:docMk/>
            <pc:sldMk cId="3841048259" sldId="348"/>
            <ac:inkMk id="5" creationId="{6F8473C4-97CD-1C68-02CF-D7EDE0A312DD}"/>
          </ac:inkMkLst>
        </pc:inkChg>
        <pc:inkChg chg="add del">
          <ac:chgData name="Jon Loftin" userId="8abea567-b75f-467f-ab36-6d6b7785e8de" providerId="ADAL" clId="{B426EC26-6F6F-4CEF-B114-FB371FC29341}" dt="2023-12-27T16:30:43.977" v="693" actId="9405"/>
          <ac:inkMkLst>
            <pc:docMk/>
            <pc:sldMk cId="3841048259" sldId="348"/>
            <ac:inkMk id="6" creationId="{6C5F3D16-700E-5A2E-E30C-2538116E8078}"/>
          </ac:inkMkLst>
        </pc:inkChg>
        <pc:inkChg chg="add del">
          <ac:chgData name="Jon Loftin" userId="8abea567-b75f-467f-ab36-6d6b7785e8de" providerId="ADAL" clId="{B426EC26-6F6F-4CEF-B114-FB371FC29341}" dt="2023-12-27T16:30:43.555" v="692" actId="9405"/>
          <ac:inkMkLst>
            <pc:docMk/>
            <pc:sldMk cId="3841048259" sldId="348"/>
            <ac:inkMk id="7" creationId="{3BF55856-80B2-0060-DDF0-43EF734DA433}"/>
          </ac:inkMkLst>
        </pc:inkChg>
        <pc:inkChg chg="add">
          <ac:chgData name="Jon Loftin" userId="8abea567-b75f-467f-ab36-6d6b7785e8de" providerId="ADAL" clId="{B426EC26-6F6F-4CEF-B114-FB371FC29341}" dt="2023-12-27T16:30:50.107" v="695" actId="9405"/>
          <ac:inkMkLst>
            <pc:docMk/>
            <pc:sldMk cId="3841048259" sldId="348"/>
            <ac:inkMk id="8" creationId="{98209E9C-EE25-62C5-7900-92898FB6C9DA}"/>
          </ac:inkMkLst>
        </pc:inkChg>
        <pc:inkChg chg="add">
          <ac:chgData name="Jon Loftin" userId="8abea567-b75f-467f-ab36-6d6b7785e8de" providerId="ADAL" clId="{B426EC26-6F6F-4CEF-B114-FB371FC29341}" dt="2023-12-27T16:30:51.799" v="696" actId="9405"/>
          <ac:inkMkLst>
            <pc:docMk/>
            <pc:sldMk cId="3841048259" sldId="348"/>
            <ac:inkMk id="9" creationId="{D86C00EC-2DC5-F850-7D17-451B8D94C0C4}"/>
          </ac:inkMkLst>
        </pc:inkChg>
        <pc:inkChg chg="add">
          <ac:chgData name="Jon Loftin" userId="8abea567-b75f-467f-ab36-6d6b7785e8de" providerId="ADAL" clId="{B426EC26-6F6F-4CEF-B114-FB371FC29341}" dt="2023-12-27T16:30:52.938" v="697" actId="9405"/>
          <ac:inkMkLst>
            <pc:docMk/>
            <pc:sldMk cId="3841048259" sldId="348"/>
            <ac:inkMk id="10" creationId="{0062845F-8240-A4DE-4CD5-4E4A104ED559}"/>
          </ac:inkMkLst>
        </pc:inkChg>
        <pc:inkChg chg="add">
          <ac:chgData name="Jon Loftin" userId="8abea567-b75f-467f-ab36-6d6b7785e8de" providerId="ADAL" clId="{B426EC26-6F6F-4CEF-B114-FB371FC29341}" dt="2023-12-27T16:30:55.578" v="698" actId="9405"/>
          <ac:inkMkLst>
            <pc:docMk/>
            <pc:sldMk cId="3841048259" sldId="348"/>
            <ac:inkMk id="11" creationId="{B73A9C36-7D24-F933-7F6E-54E414593C2C}"/>
          </ac:inkMkLst>
        </pc:inkChg>
        <pc:inkChg chg="add">
          <ac:chgData name="Jon Loftin" userId="8abea567-b75f-467f-ab36-6d6b7785e8de" providerId="ADAL" clId="{B426EC26-6F6F-4CEF-B114-FB371FC29341}" dt="2023-12-27T16:30:57.236" v="699" actId="9405"/>
          <ac:inkMkLst>
            <pc:docMk/>
            <pc:sldMk cId="3841048259" sldId="348"/>
            <ac:inkMk id="12" creationId="{7823E0D3-E33B-B1F9-0306-F93649CB8FEB}"/>
          </ac:inkMkLst>
        </pc:inkChg>
        <pc:inkChg chg="add">
          <ac:chgData name="Jon Loftin" userId="8abea567-b75f-467f-ab36-6d6b7785e8de" providerId="ADAL" clId="{B426EC26-6F6F-4CEF-B114-FB371FC29341}" dt="2023-12-27T16:30:58.754" v="700" actId="9405"/>
          <ac:inkMkLst>
            <pc:docMk/>
            <pc:sldMk cId="3841048259" sldId="348"/>
            <ac:inkMk id="13" creationId="{36DC5461-DFBB-C5DD-1FE5-B4838786F46D}"/>
          </ac:inkMkLst>
        </pc:inkChg>
        <pc:inkChg chg="add del">
          <ac:chgData name="Jon Loftin" userId="8abea567-b75f-467f-ab36-6d6b7785e8de" providerId="ADAL" clId="{B426EC26-6F6F-4CEF-B114-FB371FC29341}" dt="2023-12-27T16:31:39.387" v="704" actId="9405"/>
          <ac:inkMkLst>
            <pc:docMk/>
            <pc:sldMk cId="3841048259" sldId="348"/>
            <ac:inkMk id="14" creationId="{97CAAA99-FE57-E0CA-D30B-689D480CA4CA}"/>
          </ac:inkMkLst>
        </pc:inkChg>
        <pc:inkChg chg="add del">
          <ac:chgData name="Jon Loftin" userId="8abea567-b75f-467f-ab36-6d6b7785e8de" providerId="ADAL" clId="{B426EC26-6F6F-4CEF-B114-FB371FC29341}" dt="2023-12-27T16:31:39.052" v="703" actId="9405"/>
          <ac:inkMkLst>
            <pc:docMk/>
            <pc:sldMk cId="3841048259" sldId="348"/>
            <ac:inkMk id="15" creationId="{6124B840-AA6D-ED88-E923-4A5F3116FD77}"/>
          </ac:inkMkLst>
        </pc:inkChg>
        <pc:inkChg chg="add del">
          <ac:chgData name="Jon Loftin" userId="8abea567-b75f-467f-ab36-6d6b7785e8de" providerId="ADAL" clId="{B426EC26-6F6F-4CEF-B114-FB371FC29341}" dt="2023-12-27T17:07:30.421" v="728" actId="9405"/>
          <ac:inkMkLst>
            <pc:docMk/>
            <pc:sldMk cId="3841048259" sldId="348"/>
            <ac:inkMk id="19" creationId="{8AFCE0EC-26B6-437F-F4EE-2EEA9FB036DE}"/>
          </ac:inkMkLst>
        </pc:inkChg>
        <pc:inkChg chg="add del mod">
          <ac:chgData name="Jon Loftin" userId="8abea567-b75f-467f-ab36-6d6b7785e8de" providerId="ADAL" clId="{B426EC26-6F6F-4CEF-B114-FB371FC29341}" dt="2023-12-27T17:07:30.040" v="727" actId="9405"/>
          <ac:inkMkLst>
            <pc:docMk/>
            <pc:sldMk cId="3841048259" sldId="348"/>
            <ac:inkMk id="20" creationId="{E7080488-21CE-D52A-0201-749FC570EE7D}"/>
          </ac:inkMkLst>
        </pc:inkChg>
        <pc:inkChg chg="add del mod">
          <ac:chgData name="Jon Loftin" userId="8abea567-b75f-467f-ab36-6d6b7785e8de" providerId="ADAL" clId="{B426EC26-6F6F-4CEF-B114-FB371FC29341}" dt="2023-12-27T17:07:29.677" v="726"/>
          <ac:inkMkLst>
            <pc:docMk/>
            <pc:sldMk cId="3841048259" sldId="348"/>
            <ac:inkMk id="21" creationId="{1D3202A9-35B7-7EEA-8505-30B4B07C493C}"/>
          </ac:inkMkLst>
        </pc:inkChg>
        <pc:inkChg chg="add">
          <ac:chgData name="Jon Loftin" userId="8abea567-b75f-467f-ab36-6d6b7785e8de" providerId="ADAL" clId="{B426EC26-6F6F-4CEF-B114-FB371FC29341}" dt="2023-12-27T17:07:36.258" v="729" actId="9405"/>
          <ac:inkMkLst>
            <pc:docMk/>
            <pc:sldMk cId="3841048259" sldId="348"/>
            <ac:inkMk id="23" creationId="{67915A74-DBB4-0A9D-98D9-490852C3B6D1}"/>
          </ac:inkMkLst>
        </pc:inkChg>
        <pc:inkChg chg="add mod">
          <ac:chgData name="Jon Loftin" userId="8abea567-b75f-467f-ab36-6d6b7785e8de" providerId="ADAL" clId="{B426EC26-6F6F-4CEF-B114-FB371FC29341}" dt="2023-12-27T17:07:49.400" v="736"/>
          <ac:inkMkLst>
            <pc:docMk/>
            <pc:sldMk cId="3841048259" sldId="348"/>
            <ac:inkMk id="24" creationId="{1A190F28-700B-BA05-68EF-A845E297E74C}"/>
          </ac:inkMkLst>
        </pc:inkChg>
        <pc:inkChg chg="add mod">
          <ac:chgData name="Jon Loftin" userId="8abea567-b75f-467f-ab36-6d6b7785e8de" providerId="ADAL" clId="{B426EC26-6F6F-4CEF-B114-FB371FC29341}" dt="2023-12-27T17:07:49.400" v="736"/>
          <ac:inkMkLst>
            <pc:docMk/>
            <pc:sldMk cId="3841048259" sldId="348"/>
            <ac:inkMk id="25" creationId="{B41AFDB1-0BA7-4F9E-63C1-229764088F64}"/>
          </ac:inkMkLst>
        </pc:inkChg>
        <pc:inkChg chg="add mod">
          <ac:chgData name="Jon Loftin" userId="8abea567-b75f-467f-ab36-6d6b7785e8de" providerId="ADAL" clId="{B426EC26-6F6F-4CEF-B114-FB371FC29341}" dt="2023-12-27T17:07:49.400" v="736"/>
          <ac:inkMkLst>
            <pc:docMk/>
            <pc:sldMk cId="3841048259" sldId="348"/>
            <ac:inkMk id="26" creationId="{BD6B48F6-6F9C-C430-EE1A-25072E713146}"/>
          </ac:inkMkLst>
        </pc:inkChg>
        <pc:inkChg chg="add mod">
          <ac:chgData name="Jon Loftin" userId="8abea567-b75f-467f-ab36-6d6b7785e8de" providerId="ADAL" clId="{B426EC26-6F6F-4CEF-B114-FB371FC29341}" dt="2023-12-27T17:07:49.400" v="736"/>
          <ac:inkMkLst>
            <pc:docMk/>
            <pc:sldMk cId="3841048259" sldId="348"/>
            <ac:inkMk id="28" creationId="{6E8CD02B-47CD-FFEC-6A1B-FD452274B19D}"/>
          </ac:inkMkLst>
        </pc:inkChg>
        <pc:inkChg chg="add mod">
          <ac:chgData name="Jon Loftin" userId="8abea567-b75f-467f-ab36-6d6b7785e8de" providerId="ADAL" clId="{B426EC26-6F6F-4CEF-B114-FB371FC29341}" dt="2023-12-27T17:07:49.400" v="736"/>
          <ac:inkMkLst>
            <pc:docMk/>
            <pc:sldMk cId="3841048259" sldId="348"/>
            <ac:inkMk id="29" creationId="{1C49D232-9688-0407-E9A8-8552FD833216}"/>
          </ac:inkMkLst>
        </pc:inkChg>
        <pc:inkChg chg="add mod">
          <ac:chgData name="Jon Loftin" userId="8abea567-b75f-467f-ab36-6d6b7785e8de" providerId="ADAL" clId="{B426EC26-6F6F-4CEF-B114-FB371FC29341}" dt="2023-12-27T17:07:57.396" v="739"/>
          <ac:inkMkLst>
            <pc:docMk/>
            <pc:sldMk cId="3841048259" sldId="348"/>
            <ac:inkMk id="31" creationId="{B68DA962-D178-B2C1-C753-B4B971F63421}"/>
          </ac:inkMkLst>
        </pc:inkChg>
        <pc:inkChg chg="add mod">
          <ac:chgData name="Jon Loftin" userId="8abea567-b75f-467f-ab36-6d6b7785e8de" providerId="ADAL" clId="{B426EC26-6F6F-4CEF-B114-FB371FC29341}" dt="2023-12-27T17:07:57.396" v="739"/>
          <ac:inkMkLst>
            <pc:docMk/>
            <pc:sldMk cId="3841048259" sldId="348"/>
            <ac:inkMk id="32" creationId="{1132D25F-08F7-C8B4-C467-6A80518769E2}"/>
          </ac:inkMkLst>
        </pc:inkChg>
        <pc:inkChg chg="add">
          <ac:chgData name="Jon Loftin" userId="8abea567-b75f-467f-ab36-6d6b7785e8de" providerId="ADAL" clId="{B426EC26-6F6F-4CEF-B114-FB371FC29341}" dt="2023-12-27T17:08:00.734" v="740" actId="9405"/>
          <ac:inkMkLst>
            <pc:docMk/>
            <pc:sldMk cId="3841048259" sldId="348"/>
            <ac:inkMk id="34" creationId="{8C1BCFD5-1830-213E-1CF9-BE74D281DAC9}"/>
          </ac:inkMkLst>
        </pc:inkChg>
      </pc:sldChg>
      <pc:sldChg chg="addSp delSp modSp new mod ord">
        <pc:chgData name="Jon Loftin" userId="8abea567-b75f-467f-ab36-6d6b7785e8de" providerId="ADAL" clId="{B426EC26-6F6F-4CEF-B114-FB371FC29341}" dt="2023-12-27T17:27:34.100" v="905" actId="20577"/>
        <pc:sldMkLst>
          <pc:docMk/>
          <pc:sldMk cId="1200213355" sldId="349"/>
        </pc:sldMkLst>
        <pc:spChg chg="mod">
          <ac:chgData name="Jon Loftin" userId="8abea567-b75f-467f-ab36-6d6b7785e8de" providerId="ADAL" clId="{B426EC26-6F6F-4CEF-B114-FB371FC29341}" dt="2023-12-27T17:27:34.100" v="905" actId="20577"/>
          <ac:spMkLst>
            <pc:docMk/>
            <pc:sldMk cId="1200213355" sldId="349"/>
            <ac:spMk id="2" creationId="{5D6E30EA-CA6F-79F8-99C4-EE49D838B9F7}"/>
          </ac:spMkLst>
        </pc:spChg>
        <pc:spChg chg="add mod">
          <ac:chgData name="Jon Loftin" userId="8abea567-b75f-467f-ab36-6d6b7785e8de" providerId="ADAL" clId="{B426EC26-6F6F-4CEF-B114-FB371FC29341}" dt="2023-12-27T17:22:15.897" v="759" actId="20577"/>
          <ac:spMkLst>
            <pc:docMk/>
            <pc:sldMk cId="1200213355" sldId="349"/>
            <ac:spMk id="9" creationId="{8B4E517D-CD57-CB13-4FE2-D0000AE50887}"/>
          </ac:spMkLst>
        </pc:spChg>
        <pc:spChg chg="add mod">
          <ac:chgData name="Jon Loftin" userId="8abea567-b75f-467f-ab36-6d6b7785e8de" providerId="ADAL" clId="{B426EC26-6F6F-4CEF-B114-FB371FC29341}" dt="2023-12-27T17:23:34.176" v="767" actId="1076"/>
          <ac:spMkLst>
            <pc:docMk/>
            <pc:sldMk cId="1200213355" sldId="349"/>
            <ac:spMk id="10" creationId="{C0C129C7-36A9-C93E-BC68-74A2033A343B}"/>
          </ac:spMkLst>
        </pc:spChg>
        <pc:spChg chg="add del mod">
          <ac:chgData name="Jon Loftin" userId="8abea567-b75f-467f-ab36-6d6b7785e8de" providerId="ADAL" clId="{B426EC26-6F6F-4CEF-B114-FB371FC29341}" dt="2023-12-27T17:24:21.454" v="781"/>
          <ac:spMkLst>
            <pc:docMk/>
            <pc:sldMk cId="1200213355" sldId="349"/>
            <ac:spMk id="11" creationId="{CEBCED5D-AA89-7C0A-2E55-710DB8F30976}"/>
          </ac:spMkLst>
        </pc:spChg>
        <pc:spChg chg="add mod">
          <ac:chgData name="Jon Loftin" userId="8abea567-b75f-467f-ab36-6d6b7785e8de" providerId="ADAL" clId="{B426EC26-6F6F-4CEF-B114-FB371FC29341}" dt="2023-12-27T17:25:16.502" v="842" actId="1076"/>
          <ac:spMkLst>
            <pc:docMk/>
            <pc:sldMk cId="1200213355" sldId="349"/>
            <ac:spMk id="12" creationId="{DCC13FD1-2FD2-3FF7-830C-2FCC6F339BAE}"/>
          </ac:spMkLst>
        </pc:spChg>
        <pc:spChg chg="add mod">
          <ac:chgData name="Jon Loftin" userId="8abea567-b75f-467f-ab36-6d6b7785e8de" providerId="ADAL" clId="{B426EC26-6F6F-4CEF-B114-FB371FC29341}" dt="2023-12-27T17:26:28.757" v="883" actId="313"/>
          <ac:spMkLst>
            <pc:docMk/>
            <pc:sldMk cId="1200213355" sldId="349"/>
            <ac:spMk id="13" creationId="{4C92F3E5-71C7-9DC4-6C06-FC356B2199FA}"/>
          </ac:spMkLst>
        </pc:spChg>
        <pc:grpChg chg="mod">
          <ac:chgData name="Jon Loftin" userId="8abea567-b75f-467f-ab36-6d6b7785e8de" providerId="ADAL" clId="{B426EC26-6F6F-4CEF-B114-FB371FC29341}" dt="2023-12-27T17:21:55.074" v="756"/>
          <ac:grpSpMkLst>
            <pc:docMk/>
            <pc:sldMk cId="1200213355" sldId="349"/>
            <ac:grpSpMk id="8" creationId="{C28E40B1-B192-C000-8524-0D73327E63AB}"/>
          </ac:grpSpMkLst>
        </pc:grpChg>
        <pc:picChg chg="add mod">
          <ac:chgData name="Jon Loftin" userId="8abea567-b75f-467f-ab36-6d6b7785e8de" providerId="ADAL" clId="{B426EC26-6F6F-4CEF-B114-FB371FC29341}" dt="2023-12-27T17:20:45.298" v="750" actId="1076"/>
          <ac:picMkLst>
            <pc:docMk/>
            <pc:sldMk cId="1200213355" sldId="349"/>
            <ac:picMk id="3" creationId="{B14DE8DD-2889-001B-6704-19091D4F7ADC}"/>
          </ac:picMkLst>
        </pc:picChg>
        <pc:inkChg chg="add del">
          <ac:chgData name="Jon Loftin" userId="8abea567-b75f-467f-ab36-6d6b7785e8de" providerId="ADAL" clId="{B426EC26-6F6F-4CEF-B114-FB371FC29341}" dt="2023-12-27T17:21:39.420" v="752" actId="9405"/>
          <ac:inkMkLst>
            <pc:docMk/>
            <pc:sldMk cId="1200213355" sldId="349"/>
            <ac:inkMk id="4" creationId="{0C852F8B-2DED-A3E4-6C9F-48635F3EF52D}"/>
          </ac:inkMkLst>
        </pc:inkChg>
        <pc:inkChg chg="add">
          <ac:chgData name="Jon Loftin" userId="8abea567-b75f-467f-ab36-6d6b7785e8de" providerId="ADAL" clId="{B426EC26-6F6F-4CEF-B114-FB371FC29341}" dt="2023-12-27T17:21:46.113" v="753" actId="9405"/>
          <ac:inkMkLst>
            <pc:docMk/>
            <pc:sldMk cId="1200213355" sldId="349"/>
            <ac:inkMk id="5" creationId="{AE1A18A0-4933-A46A-E59A-F69D94FE0A0B}"/>
          </ac:inkMkLst>
        </pc:inkChg>
        <pc:inkChg chg="add mod">
          <ac:chgData name="Jon Loftin" userId="8abea567-b75f-467f-ab36-6d6b7785e8de" providerId="ADAL" clId="{B426EC26-6F6F-4CEF-B114-FB371FC29341}" dt="2023-12-27T17:21:55.074" v="756"/>
          <ac:inkMkLst>
            <pc:docMk/>
            <pc:sldMk cId="1200213355" sldId="349"/>
            <ac:inkMk id="6" creationId="{6CA09D25-B257-C715-ED3F-70E00E7BDDEA}"/>
          </ac:inkMkLst>
        </pc:inkChg>
        <pc:inkChg chg="add mod">
          <ac:chgData name="Jon Loftin" userId="8abea567-b75f-467f-ab36-6d6b7785e8de" providerId="ADAL" clId="{B426EC26-6F6F-4CEF-B114-FB371FC29341}" dt="2023-12-27T17:21:55.074" v="756"/>
          <ac:inkMkLst>
            <pc:docMk/>
            <pc:sldMk cId="1200213355" sldId="349"/>
            <ac:inkMk id="7" creationId="{65875881-2D5F-1DB6-FC72-A4CC8BC0CFAD}"/>
          </ac:inkMkLst>
        </pc:ink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7E3154-0667-4991-B21B-3F24B5066F74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13EB6DDC-6839-43D6-87B7-C578B24FF1EA}">
      <dgm:prSet phldrT="[Text]"/>
      <dgm:spPr/>
      <dgm:t>
        <a:bodyPr/>
        <a:lstStyle/>
        <a:p>
          <a:r>
            <a:rPr lang="en-US" dirty="0"/>
            <a:t>Matrix M</a:t>
          </a:r>
        </a:p>
      </dgm:t>
    </dgm:pt>
    <dgm:pt modelId="{3161BD80-A8BC-44B3-9908-A6B2CE3875EE}" type="parTrans" cxnId="{F4E901DA-2EB1-41DE-B8C6-22A4E7729F16}">
      <dgm:prSet/>
      <dgm:spPr/>
      <dgm:t>
        <a:bodyPr/>
        <a:lstStyle/>
        <a:p>
          <a:endParaRPr lang="en-US"/>
        </a:p>
      </dgm:t>
    </dgm:pt>
    <dgm:pt modelId="{1CE46752-8145-45FC-BA44-C31B249FCBAC}" type="sibTrans" cxnId="{F4E901DA-2EB1-41DE-B8C6-22A4E7729F16}">
      <dgm:prSet/>
      <dgm:spPr/>
      <dgm:t>
        <a:bodyPr/>
        <a:lstStyle/>
        <a:p>
          <a:endParaRPr lang="en-US"/>
        </a:p>
      </dgm:t>
    </dgm:pt>
    <dgm:pt modelId="{DC474398-3770-4F19-BF8A-5DCC56A2437A}">
      <dgm:prSet phldrT="[Text]"/>
      <dgm:spPr/>
      <dgm:t>
        <a:bodyPr/>
        <a:lstStyle/>
        <a:p>
          <a:r>
            <a:rPr lang="en-US" dirty="0"/>
            <a:t>Calculate SVD: M=U</a:t>
          </a:r>
          <a:r>
            <a:rPr lang="el-GR" dirty="0"/>
            <a:t>Σ</a:t>
          </a:r>
          <a:r>
            <a:rPr lang="en-US" dirty="0"/>
            <a:t>V</a:t>
          </a:r>
        </a:p>
      </dgm:t>
    </dgm:pt>
    <dgm:pt modelId="{B787E6A3-EEEF-44C2-829A-E06BA158E3AF}" type="parTrans" cxnId="{D21B9A03-607A-4DF0-85EF-069BC2C215F8}">
      <dgm:prSet/>
      <dgm:spPr/>
      <dgm:t>
        <a:bodyPr/>
        <a:lstStyle/>
        <a:p>
          <a:endParaRPr lang="en-US"/>
        </a:p>
      </dgm:t>
    </dgm:pt>
    <dgm:pt modelId="{CEA56941-C60C-4EE4-ACBB-31CD3858BD29}" type="sibTrans" cxnId="{D21B9A03-607A-4DF0-85EF-069BC2C215F8}">
      <dgm:prSet/>
      <dgm:spPr/>
      <dgm:t>
        <a:bodyPr/>
        <a:lstStyle/>
        <a:p>
          <a:endParaRPr lang="en-US"/>
        </a:p>
      </dgm:t>
    </dgm:pt>
    <dgm:pt modelId="{1F7CF474-3B4E-4B0D-8641-AED8AABAE571}">
      <dgm:prSet phldrT="[Text]"/>
      <dgm:spPr/>
      <dgm:t>
        <a:bodyPr/>
        <a:lstStyle/>
        <a:p>
          <a:r>
            <a:rPr lang="en-US" dirty="0"/>
            <a:t>Get the column space of M from matrix U</a:t>
          </a:r>
        </a:p>
      </dgm:t>
    </dgm:pt>
    <dgm:pt modelId="{016CE59E-1EC1-4D36-9443-DDF864395B72}" type="parTrans" cxnId="{CFEDC16F-2427-4E3C-8B7E-818E18F314A2}">
      <dgm:prSet/>
      <dgm:spPr/>
      <dgm:t>
        <a:bodyPr/>
        <a:lstStyle/>
        <a:p>
          <a:endParaRPr lang="en-US"/>
        </a:p>
      </dgm:t>
    </dgm:pt>
    <dgm:pt modelId="{E8C97D01-9273-4084-BB9E-91ECC1D382DC}" type="sibTrans" cxnId="{CFEDC16F-2427-4E3C-8B7E-818E18F314A2}">
      <dgm:prSet/>
      <dgm:spPr/>
      <dgm:t>
        <a:bodyPr/>
        <a:lstStyle/>
        <a:p>
          <a:endParaRPr lang="en-US"/>
        </a:p>
      </dgm:t>
    </dgm:pt>
    <dgm:pt modelId="{E7D351A8-0594-4081-AD5D-5A2BDEEBC68F}">
      <dgm:prSet phldrT="[Text]"/>
      <dgm:spPr/>
      <dgm:t>
        <a:bodyPr/>
        <a:lstStyle/>
        <a:p>
          <a:r>
            <a:rPr lang="en-US" dirty="0"/>
            <a:t>Column space = digit space</a:t>
          </a:r>
        </a:p>
      </dgm:t>
    </dgm:pt>
    <dgm:pt modelId="{7D2E5CCB-C9B4-4B74-A69B-41A15B3046E9}" type="parTrans" cxnId="{96E11EAC-B860-438C-AFBF-201E1EDE0E4F}">
      <dgm:prSet/>
      <dgm:spPr/>
      <dgm:t>
        <a:bodyPr/>
        <a:lstStyle/>
        <a:p>
          <a:endParaRPr lang="en-US"/>
        </a:p>
      </dgm:t>
    </dgm:pt>
    <dgm:pt modelId="{CA7DFEAC-CF1E-4E38-ACBD-91FD37AB58EF}" type="sibTrans" cxnId="{96E11EAC-B860-438C-AFBF-201E1EDE0E4F}">
      <dgm:prSet/>
      <dgm:spPr/>
      <dgm:t>
        <a:bodyPr/>
        <a:lstStyle/>
        <a:p>
          <a:endParaRPr lang="en-US"/>
        </a:p>
      </dgm:t>
    </dgm:pt>
    <dgm:pt modelId="{54C08B9B-9224-4F0B-A402-7E1DB7504B63}">
      <dgm:prSet phldrT="[Text]"/>
      <dgm:spPr/>
      <dgm:t>
        <a:bodyPr/>
        <a:lstStyle/>
        <a:p>
          <a:r>
            <a:rPr lang="en-US" dirty="0"/>
            <a:t>Repeat for all digits</a:t>
          </a:r>
        </a:p>
      </dgm:t>
    </dgm:pt>
    <dgm:pt modelId="{BFF67A46-C0CE-4E12-90A1-7DA8894E2F72}" type="parTrans" cxnId="{1684BFA2-2734-4E90-BDFA-32876BBDB854}">
      <dgm:prSet/>
      <dgm:spPr/>
      <dgm:t>
        <a:bodyPr/>
        <a:lstStyle/>
        <a:p>
          <a:endParaRPr lang="en-US"/>
        </a:p>
      </dgm:t>
    </dgm:pt>
    <dgm:pt modelId="{EE283CBD-036C-461D-B6A8-F4FC2E8D2E5C}" type="sibTrans" cxnId="{1684BFA2-2734-4E90-BDFA-32876BBDB854}">
      <dgm:prSet/>
      <dgm:spPr/>
      <dgm:t>
        <a:bodyPr/>
        <a:lstStyle/>
        <a:p>
          <a:endParaRPr lang="en-US"/>
        </a:p>
      </dgm:t>
    </dgm:pt>
    <dgm:pt modelId="{83444C8C-D34F-4B32-BBB0-34ED630D4BFC}" type="pres">
      <dgm:prSet presAssocID="{E17E3154-0667-4991-B21B-3F24B5066F74}" presName="Name0" presStyleCnt="0">
        <dgm:presLayoutVars>
          <dgm:dir/>
          <dgm:animLvl val="lvl"/>
          <dgm:resizeHandles val="exact"/>
        </dgm:presLayoutVars>
      </dgm:prSet>
      <dgm:spPr/>
    </dgm:pt>
    <dgm:pt modelId="{1E8A0BB9-1355-47A3-89B8-88C08BEAAFF6}" type="pres">
      <dgm:prSet presAssocID="{13EB6DDC-6839-43D6-87B7-C578B24FF1EA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9D3A1E29-65F4-4786-8B03-35DA605F4D1F}" type="pres">
      <dgm:prSet presAssocID="{1CE46752-8145-45FC-BA44-C31B249FCBAC}" presName="parTxOnlySpace" presStyleCnt="0"/>
      <dgm:spPr/>
    </dgm:pt>
    <dgm:pt modelId="{CF85ED03-974C-4F39-B792-4566E8E8D40E}" type="pres">
      <dgm:prSet presAssocID="{DC474398-3770-4F19-BF8A-5DCC56A2437A}" presName="parTxOnly" presStyleLbl="node1" presStyleIdx="1" presStyleCnt="5" custLinFactNeighborX="0" custLinFactNeighborY="0">
        <dgm:presLayoutVars>
          <dgm:chMax val="0"/>
          <dgm:chPref val="0"/>
          <dgm:bulletEnabled val="1"/>
        </dgm:presLayoutVars>
      </dgm:prSet>
      <dgm:spPr/>
    </dgm:pt>
    <dgm:pt modelId="{2FDC6BEC-1EC5-4347-9A25-5D68F96A9041}" type="pres">
      <dgm:prSet presAssocID="{CEA56941-C60C-4EE4-ACBB-31CD3858BD29}" presName="parTxOnlySpace" presStyleCnt="0"/>
      <dgm:spPr/>
    </dgm:pt>
    <dgm:pt modelId="{2C2FEE2A-0ECE-4387-8B0E-475EDFE0AE8F}" type="pres">
      <dgm:prSet presAssocID="{1F7CF474-3B4E-4B0D-8641-AED8AABAE571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8F7CA77-46D5-4AF8-BCEA-1B725F4A0C93}" type="pres">
      <dgm:prSet presAssocID="{E8C97D01-9273-4084-BB9E-91ECC1D382DC}" presName="parTxOnlySpace" presStyleCnt="0"/>
      <dgm:spPr/>
    </dgm:pt>
    <dgm:pt modelId="{1B655D5A-6157-4051-846F-9FC1FB4D7E77}" type="pres">
      <dgm:prSet presAssocID="{E7D351A8-0594-4081-AD5D-5A2BDEEBC68F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606155E-9B45-40D6-B3D1-DB8A296DDE06}" type="pres">
      <dgm:prSet presAssocID="{CA7DFEAC-CF1E-4E38-ACBD-91FD37AB58EF}" presName="parTxOnlySpace" presStyleCnt="0"/>
      <dgm:spPr/>
    </dgm:pt>
    <dgm:pt modelId="{0828FB27-31D7-4C2A-8221-0CAD3CCFDC36}" type="pres">
      <dgm:prSet presAssocID="{54C08B9B-9224-4F0B-A402-7E1DB7504B63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D21B9A03-607A-4DF0-85EF-069BC2C215F8}" srcId="{E17E3154-0667-4991-B21B-3F24B5066F74}" destId="{DC474398-3770-4F19-BF8A-5DCC56A2437A}" srcOrd="1" destOrd="0" parTransId="{B787E6A3-EEEF-44C2-829A-E06BA158E3AF}" sibTransId="{CEA56941-C60C-4EE4-ACBB-31CD3858BD29}"/>
    <dgm:cxn modelId="{21781415-7B8E-4322-8D9D-D414C4789C39}" type="presOf" srcId="{E7D351A8-0594-4081-AD5D-5A2BDEEBC68F}" destId="{1B655D5A-6157-4051-846F-9FC1FB4D7E77}" srcOrd="0" destOrd="0" presId="urn:microsoft.com/office/officeart/2005/8/layout/chevron1"/>
    <dgm:cxn modelId="{23E1E625-1691-42A0-A91A-D4240091C2DA}" type="presOf" srcId="{54C08B9B-9224-4F0B-A402-7E1DB7504B63}" destId="{0828FB27-31D7-4C2A-8221-0CAD3CCFDC36}" srcOrd="0" destOrd="0" presId="urn:microsoft.com/office/officeart/2005/8/layout/chevron1"/>
    <dgm:cxn modelId="{84130A47-5A15-4719-9055-359E414FED3E}" type="presOf" srcId="{1F7CF474-3B4E-4B0D-8641-AED8AABAE571}" destId="{2C2FEE2A-0ECE-4387-8B0E-475EDFE0AE8F}" srcOrd="0" destOrd="0" presId="urn:microsoft.com/office/officeart/2005/8/layout/chevron1"/>
    <dgm:cxn modelId="{CFEDC16F-2427-4E3C-8B7E-818E18F314A2}" srcId="{E17E3154-0667-4991-B21B-3F24B5066F74}" destId="{1F7CF474-3B4E-4B0D-8641-AED8AABAE571}" srcOrd="2" destOrd="0" parTransId="{016CE59E-1EC1-4D36-9443-DDF864395B72}" sibTransId="{E8C97D01-9273-4084-BB9E-91ECC1D382DC}"/>
    <dgm:cxn modelId="{1684BFA2-2734-4E90-BDFA-32876BBDB854}" srcId="{E17E3154-0667-4991-B21B-3F24B5066F74}" destId="{54C08B9B-9224-4F0B-A402-7E1DB7504B63}" srcOrd="4" destOrd="0" parTransId="{BFF67A46-C0CE-4E12-90A1-7DA8894E2F72}" sibTransId="{EE283CBD-036C-461D-B6A8-F4FC2E8D2E5C}"/>
    <dgm:cxn modelId="{96E11EAC-B860-438C-AFBF-201E1EDE0E4F}" srcId="{E17E3154-0667-4991-B21B-3F24B5066F74}" destId="{E7D351A8-0594-4081-AD5D-5A2BDEEBC68F}" srcOrd="3" destOrd="0" parTransId="{7D2E5CCB-C9B4-4B74-A69B-41A15B3046E9}" sibTransId="{CA7DFEAC-CF1E-4E38-ACBD-91FD37AB58EF}"/>
    <dgm:cxn modelId="{D1E69CB3-D6FD-4084-9F60-79C2976BCB23}" type="presOf" srcId="{DC474398-3770-4F19-BF8A-5DCC56A2437A}" destId="{CF85ED03-974C-4F39-B792-4566E8E8D40E}" srcOrd="0" destOrd="0" presId="urn:microsoft.com/office/officeart/2005/8/layout/chevron1"/>
    <dgm:cxn modelId="{1FE326BF-33CF-4718-A820-2A94F72BA4C5}" type="presOf" srcId="{13EB6DDC-6839-43D6-87B7-C578B24FF1EA}" destId="{1E8A0BB9-1355-47A3-89B8-88C08BEAAFF6}" srcOrd="0" destOrd="0" presId="urn:microsoft.com/office/officeart/2005/8/layout/chevron1"/>
    <dgm:cxn modelId="{B9159FD1-E26B-4705-9735-4D43EA43822F}" type="presOf" srcId="{E17E3154-0667-4991-B21B-3F24B5066F74}" destId="{83444C8C-D34F-4B32-BBB0-34ED630D4BFC}" srcOrd="0" destOrd="0" presId="urn:microsoft.com/office/officeart/2005/8/layout/chevron1"/>
    <dgm:cxn modelId="{F4E901DA-2EB1-41DE-B8C6-22A4E7729F16}" srcId="{E17E3154-0667-4991-B21B-3F24B5066F74}" destId="{13EB6DDC-6839-43D6-87B7-C578B24FF1EA}" srcOrd="0" destOrd="0" parTransId="{3161BD80-A8BC-44B3-9908-A6B2CE3875EE}" sibTransId="{1CE46752-8145-45FC-BA44-C31B249FCBAC}"/>
    <dgm:cxn modelId="{7F8C942A-FADE-49E5-8134-E24E28453B12}" type="presParOf" srcId="{83444C8C-D34F-4B32-BBB0-34ED630D4BFC}" destId="{1E8A0BB9-1355-47A3-89B8-88C08BEAAFF6}" srcOrd="0" destOrd="0" presId="urn:microsoft.com/office/officeart/2005/8/layout/chevron1"/>
    <dgm:cxn modelId="{45AC3B42-1218-40B5-8667-9770A2C20742}" type="presParOf" srcId="{83444C8C-D34F-4B32-BBB0-34ED630D4BFC}" destId="{9D3A1E29-65F4-4786-8B03-35DA605F4D1F}" srcOrd="1" destOrd="0" presId="urn:microsoft.com/office/officeart/2005/8/layout/chevron1"/>
    <dgm:cxn modelId="{3D030E3E-9B36-40C5-8AB8-F92072274C12}" type="presParOf" srcId="{83444C8C-D34F-4B32-BBB0-34ED630D4BFC}" destId="{CF85ED03-974C-4F39-B792-4566E8E8D40E}" srcOrd="2" destOrd="0" presId="urn:microsoft.com/office/officeart/2005/8/layout/chevron1"/>
    <dgm:cxn modelId="{4E317ED4-2CA9-4537-9FFC-2CB177C03A12}" type="presParOf" srcId="{83444C8C-D34F-4B32-BBB0-34ED630D4BFC}" destId="{2FDC6BEC-1EC5-4347-9A25-5D68F96A9041}" srcOrd="3" destOrd="0" presId="urn:microsoft.com/office/officeart/2005/8/layout/chevron1"/>
    <dgm:cxn modelId="{C346C905-CB16-4DAC-8317-4FC40662E834}" type="presParOf" srcId="{83444C8C-D34F-4B32-BBB0-34ED630D4BFC}" destId="{2C2FEE2A-0ECE-4387-8B0E-475EDFE0AE8F}" srcOrd="4" destOrd="0" presId="urn:microsoft.com/office/officeart/2005/8/layout/chevron1"/>
    <dgm:cxn modelId="{457DB8BD-395C-445A-A2F9-A71B72B4D236}" type="presParOf" srcId="{83444C8C-D34F-4B32-BBB0-34ED630D4BFC}" destId="{B8F7CA77-46D5-4AF8-BCEA-1B725F4A0C93}" srcOrd="5" destOrd="0" presId="urn:microsoft.com/office/officeart/2005/8/layout/chevron1"/>
    <dgm:cxn modelId="{F03A4DCD-E6CC-4110-B1AB-57925641616B}" type="presParOf" srcId="{83444C8C-D34F-4B32-BBB0-34ED630D4BFC}" destId="{1B655D5A-6157-4051-846F-9FC1FB4D7E77}" srcOrd="6" destOrd="0" presId="urn:microsoft.com/office/officeart/2005/8/layout/chevron1"/>
    <dgm:cxn modelId="{27504E5C-EA1C-43B7-AA5A-DEFB418A5F95}" type="presParOf" srcId="{83444C8C-D34F-4B32-BBB0-34ED630D4BFC}" destId="{5606155E-9B45-40D6-B3D1-DB8A296DDE06}" srcOrd="7" destOrd="0" presId="urn:microsoft.com/office/officeart/2005/8/layout/chevron1"/>
    <dgm:cxn modelId="{46ED6AF1-AA58-42BE-A0D6-5E50FF8FCA49}" type="presParOf" srcId="{83444C8C-D34F-4B32-BBB0-34ED630D4BFC}" destId="{0828FB27-31D7-4C2A-8221-0CAD3CCFDC36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7E3154-0667-4991-B21B-3F24B5066F74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13EB6DDC-6839-43D6-87B7-C578B24FF1EA}">
      <dgm:prSet phldrT="[Text]"/>
      <dgm:spPr/>
      <dgm:t>
        <a:bodyPr/>
        <a:lstStyle/>
        <a:p>
          <a:r>
            <a:rPr lang="en-US" dirty="0"/>
            <a:t>Matrix M</a:t>
          </a:r>
        </a:p>
      </dgm:t>
    </dgm:pt>
    <dgm:pt modelId="{3161BD80-A8BC-44B3-9908-A6B2CE3875EE}" type="parTrans" cxnId="{F4E901DA-2EB1-41DE-B8C6-22A4E7729F16}">
      <dgm:prSet/>
      <dgm:spPr/>
      <dgm:t>
        <a:bodyPr/>
        <a:lstStyle/>
        <a:p>
          <a:endParaRPr lang="en-US"/>
        </a:p>
      </dgm:t>
    </dgm:pt>
    <dgm:pt modelId="{1CE46752-8145-45FC-BA44-C31B249FCBAC}" type="sibTrans" cxnId="{F4E901DA-2EB1-41DE-B8C6-22A4E7729F16}">
      <dgm:prSet/>
      <dgm:spPr/>
      <dgm:t>
        <a:bodyPr/>
        <a:lstStyle/>
        <a:p>
          <a:endParaRPr lang="en-US"/>
        </a:p>
      </dgm:t>
    </dgm:pt>
    <dgm:pt modelId="{DC474398-3770-4F19-BF8A-5DCC56A2437A}">
      <dgm:prSet phldrT="[Text]"/>
      <dgm:spPr/>
      <dgm:t>
        <a:bodyPr/>
        <a:lstStyle/>
        <a:p>
          <a:r>
            <a:rPr lang="en-US" dirty="0"/>
            <a:t>Calculate rank</a:t>
          </a:r>
        </a:p>
      </dgm:t>
    </dgm:pt>
    <dgm:pt modelId="{B787E6A3-EEEF-44C2-829A-E06BA158E3AF}" type="parTrans" cxnId="{D21B9A03-607A-4DF0-85EF-069BC2C215F8}">
      <dgm:prSet/>
      <dgm:spPr/>
      <dgm:t>
        <a:bodyPr/>
        <a:lstStyle/>
        <a:p>
          <a:endParaRPr lang="en-US"/>
        </a:p>
      </dgm:t>
    </dgm:pt>
    <dgm:pt modelId="{CEA56941-C60C-4EE4-ACBB-31CD3858BD29}" type="sibTrans" cxnId="{D21B9A03-607A-4DF0-85EF-069BC2C215F8}">
      <dgm:prSet/>
      <dgm:spPr/>
      <dgm:t>
        <a:bodyPr/>
        <a:lstStyle/>
        <a:p>
          <a:endParaRPr lang="en-US"/>
        </a:p>
      </dgm:t>
    </dgm:pt>
    <dgm:pt modelId="{1F7CF474-3B4E-4B0D-8641-AED8AABAE571}">
      <dgm:prSet phldrT="[Text]"/>
      <dgm:spPr/>
      <dgm:t>
        <a:bodyPr/>
        <a:lstStyle/>
        <a:p>
          <a:r>
            <a:rPr lang="en-US" dirty="0"/>
            <a:t>Do Gram Schmidt on the columns</a:t>
          </a:r>
        </a:p>
      </dgm:t>
    </dgm:pt>
    <dgm:pt modelId="{016CE59E-1EC1-4D36-9443-DDF864395B72}" type="parTrans" cxnId="{CFEDC16F-2427-4E3C-8B7E-818E18F314A2}">
      <dgm:prSet/>
      <dgm:spPr/>
      <dgm:t>
        <a:bodyPr/>
        <a:lstStyle/>
        <a:p>
          <a:endParaRPr lang="en-US"/>
        </a:p>
      </dgm:t>
    </dgm:pt>
    <dgm:pt modelId="{E8C97D01-9273-4084-BB9E-91ECC1D382DC}" type="sibTrans" cxnId="{CFEDC16F-2427-4E3C-8B7E-818E18F314A2}">
      <dgm:prSet/>
      <dgm:spPr/>
      <dgm:t>
        <a:bodyPr/>
        <a:lstStyle/>
        <a:p>
          <a:endParaRPr lang="en-US"/>
        </a:p>
      </dgm:t>
    </dgm:pt>
    <dgm:pt modelId="{E7D351A8-0594-4081-AD5D-5A2BDEEBC68F}">
      <dgm:prSet phldrT="[Text]"/>
      <dgm:spPr/>
      <dgm:t>
        <a:bodyPr/>
        <a:lstStyle/>
        <a:p>
          <a:r>
            <a:rPr lang="en-US" dirty="0"/>
            <a:t>Column space = digit space</a:t>
          </a:r>
        </a:p>
      </dgm:t>
    </dgm:pt>
    <dgm:pt modelId="{7D2E5CCB-C9B4-4B74-A69B-41A15B3046E9}" type="parTrans" cxnId="{96E11EAC-B860-438C-AFBF-201E1EDE0E4F}">
      <dgm:prSet/>
      <dgm:spPr/>
      <dgm:t>
        <a:bodyPr/>
        <a:lstStyle/>
        <a:p>
          <a:endParaRPr lang="en-US"/>
        </a:p>
      </dgm:t>
    </dgm:pt>
    <dgm:pt modelId="{CA7DFEAC-CF1E-4E38-ACBD-91FD37AB58EF}" type="sibTrans" cxnId="{96E11EAC-B860-438C-AFBF-201E1EDE0E4F}">
      <dgm:prSet/>
      <dgm:spPr/>
      <dgm:t>
        <a:bodyPr/>
        <a:lstStyle/>
        <a:p>
          <a:endParaRPr lang="en-US"/>
        </a:p>
      </dgm:t>
    </dgm:pt>
    <dgm:pt modelId="{54C08B9B-9224-4F0B-A402-7E1DB7504B63}">
      <dgm:prSet phldrT="[Text]"/>
      <dgm:spPr/>
      <dgm:t>
        <a:bodyPr/>
        <a:lstStyle/>
        <a:p>
          <a:r>
            <a:rPr lang="en-US" dirty="0"/>
            <a:t>Repeat for all digits</a:t>
          </a:r>
        </a:p>
      </dgm:t>
    </dgm:pt>
    <dgm:pt modelId="{BFF67A46-C0CE-4E12-90A1-7DA8894E2F72}" type="parTrans" cxnId="{1684BFA2-2734-4E90-BDFA-32876BBDB854}">
      <dgm:prSet/>
      <dgm:spPr/>
      <dgm:t>
        <a:bodyPr/>
        <a:lstStyle/>
        <a:p>
          <a:endParaRPr lang="en-US"/>
        </a:p>
      </dgm:t>
    </dgm:pt>
    <dgm:pt modelId="{EE283CBD-036C-461D-B6A8-F4FC2E8D2E5C}" type="sibTrans" cxnId="{1684BFA2-2734-4E90-BDFA-32876BBDB854}">
      <dgm:prSet/>
      <dgm:spPr/>
      <dgm:t>
        <a:bodyPr/>
        <a:lstStyle/>
        <a:p>
          <a:endParaRPr lang="en-US"/>
        </a:p>
      </dgm:t>
    </dgm:pt>
    <dgm:pt modelId="{83444C8C-D34F-4B32-BBB0-34ED630D4BFC}" type="pres">
      <dgm:prSet presAssocID="{E17E3154-0667-4991-B21B-3F24B5066F74}" presName="Name0" presStyleCnt="0">
        <dgm:presLayoutVars>
          <dgm:dir/>
          <dgm:animLvl val="lvl"/>
          <dgm:resizeHandles val="exact"/>
        </dgm:presLayoutVars>
      </dgm:prSet>
      <dgm:spPr/>
    </dgm:pt>
    <dgm:pt modelId="{1E8A0BB9-1355-47A3-89B8-88C08BEAAFF6}" type="pres">
      <dgm:prSet presAssocID="{13EB6DDC-6839-43D6-87B7-C578B24FF1EA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9D3A1E29-65F4-4786-8B03-35DA605F4D1F}" type="pres">
      <dgm:prSet presAssocID="{1CE46752-8145-45FC-BA44-C31B249FCBAC}" presName="parTxOnlySpace" presStyleCnt="0"/>
      <dgm:spPr/>
    </dgm:pt>
    <dgm:pt modelId="{CF85ED03-974C-4F39-B792-4566E8E8D40E}" type="pres">
      <dgm:prSet presAssocID="{DC474398-3770-4F19-BF8A-5DCC56A2437A}" presName="parTxOnly" presStyleLbl="node1" presStyleIdx="1" presStyleCnt="5" custLinFactNeighborX="0" custLinFactNeighborY="0">
        <dgm:presLayoutVars>
          <dgm:chMax val="0"/>
          <dgm:chPref val="0"/>
          <dgm:bulletEnabled val="1"/>
        </dgm:presLayoutVars>
      </dgm:prSet>
      <dgm:spPr/>
    </dgm:pt>
    <dgm:pt modelId="{2FDC6BEC-1EC5-4347-9A25-5D68F96A9041}" type="pres">
      <dgm:prSet presAssocID="{CEA56941-C60C-4EE4-ACBB-31CD3858BD29}" presName="parTxOnlySpace" presStyleCnt="0"/>
      <dgm:spPr/>
    </dgm:pt>
    <dgm:pt modelId="{2C2FEE2A-0ECE-4387-8B0E-475EDFE0AE8F}" type="pres">
      <dgm:prSet presAssocID="{1F7CF474-3B4E-4B0D-8641-AED8AABAE571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8F7CA77-46D5-4AF8-BCEA-1B725F4A0C93}" type="pres">
      <dgm:prSet presAssocID="{E8C97D01-9273-4084-BB9E-91ECC1D382DC}" presName="parTxOnlySpace" presStyleCnt="0"/>
      <dgm:spPr/>
    </dgm:pt>
    <dgm:pt modelId="{1B655D5A-6157-4051-846F-9FC1FB4D7E77}" type="pres">
      <dgm:prSet presAssocID="{E7D351A8-0594-4081-AD5D-5A2BDEEBC68F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606155E-9B45-40D6-B3D1-DB8A296DDE06}" type="pres">
      <dgm:prSet presAssocID="{CA7DFEAC-CF1E-4E38-ACBD-91FD37AB58EF}" presName="parTxOnlySpace" presStyleCnt="0"/>
      <dgm:spPr/>
    </dgm:pt>
    <dgm:pt modelId="{0828FB27-31D7-4C2A-8221-0CAD3CCFDC36}" type="pres">
      <dgm:prSet presAssocID="{54C08B9B-9224-4F0B-A402-7E1DB7504B63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D21B9A03-607A-4DF0-85EF-069BC2C215F8}" srcId="{E17E3154-0667-4991-B21B-3F24B5066F74}" destId="{DC474398-3770-4F19-BF8A-5DCC56A2437A}" srcOrd="1" destOrd="0" parTransId="{B787E6A3-EEEF-44C2-829A-E06BA158E3AF}" sibTransId="{CEA56941-C60C-4EE4-ACBB-31CD3858BD29}"/>
    <dgm:cxn modelId="{21781415-7B8E-4322-8D9D-D414C4789C39}" type="presOf" srcId="{E7D351A8-0594-4081-AD5D-5A2BDEEBC68F}" destId="{1B655D5A-6157-4051-846F-9FC1FB4D7E77}" srcOrd="0" destOrd="0" presId="urn:microsoft.com/office/officeart/2005/8/layout/chevron1"/>
    <dgm:cxn modelId="{23E1E625-1691-42A0-A91A-D4240091C2DA}" type="presOf" srcId="{54C08B9B-9224-4F0B-A402-7E1DB7504B63}" destId="{0828FB27-31D7-4C2A-8221-0CAD3CCFDC36}" srcOrd="0" destOrd="0" presId="urn:microsoft.com/office/officeart/2005/8/layout/chevron1"/>
    <dgm:cxn modelId="{84130A47-5A15-4719-9055-359E414FED3E}" type="presOf" srcId="{1F7CF474-3B4E-4B0D-8641-AED8AABAE571}" destId="{2C2FEE2A-0ECE-4387-8B0E-475EDFE0AE8F}" srcOrd="0" destOrd="0" presId="urn:microsoft.com/office/officeart/2005/8/layout/chevron1"/>
    <dgm:cxn modelId="{CFEDC16F-2427-4E3C-8B7E-818E18F314A2}" srcId="{E17E3154-0667-4991-B21B-3F24B5066F74}" destId="{1F7CF474-3B4E-4B0D-8641-AED8AABAE571}" srcOrd="2" destOrd="0" parTransId="{016CE59E-1EC1-4D36-9443-DDF864395B72}" sibTransId="{E8C97D01-9273-4084-BB9E-91ECC1D382DC}"/>
    <dgm:cxn modelId="{1684BFA2-2734-4E90-BDFA-32876BBDB854}" srcId="{E17E3154-0667-4991-B21B-3F24B5066F74}" destId="{54C08B9B-9224-4F0B-A402-7E1DB7504B63}" srcOrd="4" destOrd="0" parTransId="{BFF67A46-C0CE-4E12-90A1-7DA8894E2F72}" sibTransId="{EE283CBD-036C-461D-B6A8-F4FC2E8D2E5C}"/>
    <dgm:cxn modelId="{96E11EAC-B860-438C-AFBF-201E1EDE0E4F}" srcId="{E17E3154-0667-4991-B21B-3F24B5066F74}" destId="{E7D351A8-0594-4081-AD5D-5A2BDEEBC68F}" srcOrd="3" destOrd="0" parTransId="{7D2E5CCB-C9B4-4B74-A69B-41A15B3046E9}" sibTransId="{CA7DFEAC-CF1E-4E38-ACBD-91FD37AB58EF}"/>
    <dgm:cxn modelId="{D1E69CB3-D6FD-4084-9F60-79C2976BCB23}" type="presOf" srcId="{DC474398-3770-4F19-BF8A-5DCC56A2437A}" destId="{CF85ED03-974C-4F39-B792-4566E8E8D40E}" srcOrd="0" destOrd="0" presId="urn:microsoft.com/office/officeart/2005/8/layout/chevron1"/>
    <dgm:cxn modelId="{1FE326BF-33CF-4718-A820-2A94F72BA4C5}" type="presOf" srcId="{13EB6DDC-6839-43D6-87B7-C578B24FF1EA}" destId="{1E8A0BB9-1355-47A3-89B8-88C08BEAAFF6}" srcOrd="0" destOrd="0" presId="urn:microsoft.com/office/officeart/2005/8/layout/chevron1"/>
    <dgm:cxn modelId="{B9159FD1-E26B-4705-9735-4D43EA43822F}" type="presOf" srcId="{E17E3154-0667-4991-B21B-3F24B5066F74}" destId="{83444C8C-D34F-4B32-BBB0-34ED630D4BFC}" srcOrd="0" destOrd="0" presId="urn:microsoft.com/office/officeart/2005/8/layout/chevron1"/>
    <dgm:cxn modelId="{F4E901DA-2EB1-41DE-B8C6-22A4E7729F16}" srcId="{E17E3154-0667-4991-B21B-3F24B5066F74}" destId="{13EB6DDC-6839-43D6-87B7-C578B24FF1EA}" srcOrd="0" destOrd="0" parTransId="{3161BD80-A8BC-44B3-9908-A6B2CE3875EE}" sibTransId="{1CE46752-8145-45FC-BA44-C31B249FCBAC}"/>
    <dgm:cxn modelId="{7F8C942A-FADE-49E5-8134-E24E28453B12}" type="presParOf" srcId="{83444C8C-D34F-4B32-BBB0-34ED630D4BFC}" destId="{1E8A0BB9-1355-47A3-89B8-88C08BEAAFF6}" srcOrd="0" destOrd="0" presId="urn:microsoft.com/office/officeart/2005/8/layout/chevron1"/>
    <dgm:cxn modelId="{45AC3B42-1218-40B5-8667-9770A2C20742}" type="presParOf" srcId="{83444C8C-D34F-4B32-BBB0-34ED630D4BFC}" destId="{9D3A1E29-65F4-4786-8B03-35DA605F4D1F}" srcOrd="1" destOrd="0" presId="urn:microsoft.com/office/officeart/2005/8/layout/chevron1"/>
    <dgm:cxn modelId="{3D030E3E-9B36-40C5-8AB8-F92072274C12}" type="presParOf" srcId="{83444C8C-D34F-4B32-BBB0-34ED630D4BFC}" destId="{CF85ED03-974C-4F39-B792-4566E8E8D40E}" srcOrd="2" destOrd="0" presId="urn:microsoft.com/office/officeart/2005/8/layout/chevron1"/>
    <dgm:cxn modelId="{4E317ED4-2CA9-4537-9FFC-2CB177C03A12}" type="presParOf" srcId="{83444C8C-D34F-4B32-BBB0-34ED630D4BFC}" destId="{2FDC6BEC-1EC5-4347-9A25-5D68F96A9041}" srcOrd="3" destOrd="0" presId="urn:microsoft.com/office/officeart/2005/8/layout/chevron1"/>
    <dgm:cxn modelId="{C346C905-CB16-4DAC-8317-4FC40662E834}" type="presParOf" srcId="{83444C8C-D34F-4B32-BBB0-34ED630D4BFC}" destId="{2C2FEE2A-0ECE-4387-8B0E-475EDFE0AE8F}" srcOrd="4" destOrd="0" presId="urn:microsoft.com/office/officeart/2005/8/layout/chevron1"/>
    <dgm:cxn modelId="{457DB8BD-395C-445A-A2F9-A71B72B4D236}" type="presParOf" srcId="{83444C8C-D34F-4B32-BBB0-34ED630D4BFC}" destId="{B8F7CA77-46D5-4AF8-BCEA-1B725F4A0C93}" srcOrd="5" destOrd="0" presId="urn:microsoft.com/office/officeart/2005/8/layout/chevron1"/>
    <dgm:cxn modelId="{F03A4DCD-E6CC-4110-B1AB-57925641616B}" type="presParOf" srcId="{83444C8C-D34F-4B32-BBB0-34ED630D4BFC}" destId="{1B655D5A-6157-4051-846F-9FC1FB4D7E77}" srcOrd="6" destOrd="0" presId="urn:microsoft.com/office/officeart/2005/8/layout/chevron1"/>
    <dgm:cxn modelId="{27504E5C-EA1C-43B7-AA5A-DEFB418A5F95}" type="presParOf" srcId="{83444C8C-D34F-4B32-BBB0-34ED630D4BFC}" destId="{5606155E-9B45-40D6-B3D1-DB8A296DDE06}" srcOrd="7" destOrd="0" presId="urn:microsoft.com/office/officeart/2005/8/layout/chevron1"/>
    <dgm:cxn modelId="{46ED6AF1-AA58-42BE-A0D6-5E50FF8FCA49}" type="presParOf" srcId="{83444C8C-D34F-4B32-BBB0-34ED630D4BFC}" destId="{0828FB27-31D7-4C2A-8221-0CAD3CCFDC36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8A0BB9-1355-47A3-89B8-88C08BEAAFF6}">
      <dsp:nvSpPr>
        <dsp:cNvPr id="0" name=""/>
        <dsp:cNvSpPr/>
      </dsp:nvSpPr>
      <dsp:spPr>
        <a:xfrm>
          <a:off x="2666" y="3166029"/>
          <a:ext cx="2373188" cy="9492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Matrix M</a:t>
          </a:r>
        </a:p>
      </dsp:txBody>
      <dsp:txXfrm>
        <a:off x="477304" y="3166029"/>
        <a:ext cx="1423913" cy="949275"/>
      </dsp:txXfrm>
    </dsp:sp>
    <dsp:sp modelId="{CF85ED03-974C-4F39-B792-4566E8E8D40E}">
      <dsp:nvSpPr>
        <dsp:cNvPr id="0" name=""/>
        <dsp:cNvSpPr/>
      </dsp:nvSpPr>
      <dsp:spPr>
        <a:xfrm>
          <a:off x="2138536" y="3166029"/>
          <a:ext cx="2373188" cy="9492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Calculate SVD: M=U</a:t>
          </a:r>
          <a:r>
            <a:rPr lang="el-GR" sz="1700" kern="1200" dirty="0"/>
            <a:t>Σ</a:t>
          </a:r>
          <a:r>
            <a:rPr lang="en-US" sz="1700" kern="1200" dirty="0"/>
            <a:t>V</a:t>
          </a:r>
        </a:p>
      </dsp:txBody>
      <dsp:txXfrm>
        <a:off x="2613174" y="3166029"/>
        <a:ext cx="1423913" cy="949275"/>
      </dsp:txXfrm>
    </dsp:sp>
    <dsp:sp modelId="{2C2FEE2A-0ECE-4387-8B0E-475EDFE0AE8F}">
      <dsp:nvSpPr>
        <dsp:cNvPr id="0" name=""/>
        <dsp:cNvSpPr/>
      </dsp:nvSpPr>
      <dsp:spPr>
        <a:xfrm>
          <a:off x="4274405" y="3166029"/>
          <a:ext cx="2373188" cy="9492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Get the column space of M from matrix U</a:t>
          </a:r>
        </a:p>
      </dsp:txBody>
      <dsp:txXfrm>
        <a:off x="4749043" y="3166029"/>
        <a:ext cx="1423913" cy="949275"/>
      </dsp:txXfrm>
    </dsp:sp>
    <dsp:sp modelId="{1B655D5A-6157-4051-846F-9FC1FB4D7E77}">
      <dsp:nvSpPr>
        <dsp:cNvPr id="0" name=""/>
        <dsp:cNvSpPr/>
      </dsp:nvSpPr>
      <dsp:spPr>
        <a:xfrm>
          <a:off x="6410275" y="3166029"/>
          <a:ext cx="2373188" cy="9492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Column space = digit space</a:t>
          </a:r>
        </a:p>
      </dsp:txBody>
      <dsp:txXfrm>
        <a:off x="6884913" y="3166029"/>
        <a:ext cx="1423913" cy="949275"/>
      </dsp:txXfrm>
    </dsp:sp>
    <dsp:sp modelId="{0828FB27-31D7-4C2A-8221-0CAD3CCFDC36}">
      <dsp:nvSpPr>
        <dsp:cNvPr id="0" name=""/>
        <dsp:cNvSpPr/>
      </dsp:nvSpPr>
      <dsp:spPr>
        <a:xfrm>
          <a:off x="8546145" y="3166029"/>
          <a:ext cx="2373188" cy="9492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Repeat for all digits</a:t>
          </a:r>
        </a:p>
      </dsp:txBody>
      <dsp:txXfrm>
        <a:off x="9020783" y="3166029"/>
        <a:ext cx="1423913" cy="9492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8A0BB9-1355-47A3-89B8-88C08BEAAFF6}">
      <dsp:nvSpPr>
        <dsp:cNvPr id="0" name=""/>
        <dsp:cNvSpPr/>
      </dsp:nvSpPr>
      <dsp:spPr>
        <a:xfrm>
          <a:off x="2666" y="3166029"/>
          <a:ext cx="2373188" cy="9492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Matrix M</a:t>
          </a:r>
        </a:p>
      </dsp:txBody>
      <dsp:txXfrm>
        <a:off x="477304" y="3166029"/>
        <a:ext cx="1423913" cy="949275"/>
      </dsp:txXfrm>
    </dsp:sp>
    <dsp:sp modelId="{CF85ED03-974C-4F39-B792-4566E8E8D40E}">
      <dsp:nvSpPr>
        <dsp:cNvPr id="0" name=""/>
        <dsp:cNvSpPr/>
      </dsp:nvSpPr>
      <dsp:spPr>
        <a:xfrm>
          <a:off x="2138536" y="3166029"/>
          <a:ext cx="2373188" cy="9492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Calculate rank</a:t>
          </a:r>
        </a:p>
      </dsp:txBody>
      <dsp:txXfrm>
        <a:off x="2613174" y="3166029"/>
        <a:ext cx="1423913" cy="949275"/>
      </dsp:txXfrm>
    </dsp:sp>
    <dsp:sp modelId="{2C2FEE2A-0ECE-4387-8B0E-475EDFE0AE8F}">
      <dsp:nvSpPr>
        <dsp:cNvPr id="0" name=""/>
        <dsp:cNvSpPr/>
      </dsp:nvSpPr>
      <dsp:spPr>
        <a:xfrm>
          <a:off x="4274405" y="3166029"/>
          <a:ext cx="2373188" cy="9492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Do Gram Schmidt on the columns</a:t>
          </a:r>
        </a:p>
      </dsp:txBody>
      <dsp:txXfrm>
        <a:off x="4749043" y="3166029"/>
        <a:ext cx="1423913" cy="949275"/>
      </dsp:txXfrm>
    </dsp:sp>
    <dsp:sp modelId="{1B655D5A-6157-4051-846F-9FC1FB4D7E77}">
      <dsp:nvSpPr>
        <dsp:cNvPr id="0" name=""/>
        <dsp:cNvSpPr/>
      </dsp:nvSpPr>
      <dsp:spPr>
        <a:xfrm>
          <a:off x="6410275" y="3166029"/>
          <a:ext cx="2373188" cy="9492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Column space = digit space</a:t>
          </a:r>
        </a:p>
      </dsp:txBody>
      <dsp:txXfrm>
        <a:off x="6884913" y="3166029"/>
        <a:ext cx="1423913" cy="949275"/>
      </dsp:txXfrm>
    </dsp:sp>
    <dsp:sp modelId="{0828FB27-31D7-4C2A-8221-0CAD3CCFDC36}">
      <dsp:nvSpPr>
        <dsp:cNvPr id="0" name=""/>
        <dsp:cNvSpPr/>
      </dsp:nvSpPr>
      <dsp:spPr>
        <a:xfrm>
          <a:off x="8546145" y="3166029"/>
          <a:ext cx="2373188" cy="9492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Repeat for all digits</a:t>
          </a:r>
        </a:p>
      </dsp:txBody>
      <dsp:txXfrm>
        <a:off x="9020783" y="3166029"/>
        <a:ext cx="1423913" cy="9492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93C83-2184-4286-ABE1-941A40B40C8F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03001-E0F2-47E5-A338-816CC267A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6:30:50.1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6:30:51.7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6:30:52.9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6:30:55.5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6:30:57.2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6:30:58.7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7:07:36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24575,'27'1'0,"0"2"0,-1 1 0,47 14 0,-38-9 0,56 7 0,477 21 0,-541-38 0,27 3 0,-51-1 0,-1-1 0,0 1 0,0 0 0,1 0 0,-1 0 0,0 0 0,0 0 0,0 0 0,0 1 0,0-1 0,0 1 0,0-1 0,-1 1 0,1 0 0,-1-1 0,1 1 0,-1 0 0,1 0 0,-1 0 0,1 3 0,6 16 0,0 0 0,-2 0 0,0 1 0,3 29 0,6 100 0,-8-75 0,47 510 0,-25-300 0,4 29 0,-14-151 0,-11 156 0,-10-204 0,-13 74 0,-1-12 0,15 674 0,3-403 0,1-364 0,24 154 0,39 81 0,7 41 0,-58-168 0,1 2 0,-3-102 0,2 115 0,-15-159 0,-2 0 0,-2-1 0,-2 1 0,-15 56 0,-80 344 0,84-337 0,4 0 0,4 128 0,52 446 0,45-4 0,-57-456 0,-7 9 0,8 50 0,16-26 0,-10-64 0,17 255 0,-54-393 0,-3 1 0,-2-1 0,-24 111 0,6-58 0,5 1 0,-6 196 0,23-251 0,-1-2 0,8 60 0,-5-95 0,1-1 0,1 1 0,1-1 0,1 0 0,0 0 0,1-1 0,11 18 0,60 81 0,-57-89 0,-2 1 0,0 1 0,-2 0 0,14 35 0,-30-63 0,-1-1 0,1 1 0,-1-1 0,0 1 0,1-1 0,-1 1 0,0 0 0,0-1 0,1 1 0,-1-1 0,0 1 0,0 0 0,0-1 0,0 1 0,0 0 0,0-1 0,0 1 0,0 0 0,0-1 0,0 1 0,0 0 0,-1-1 0,1 1 0,0 0 0,0-1 0,0 1 0,-1-1 0,1 1 0,-1 0 0,1-1 0,0 1 0,-1-1 0,1 1 0,-1-1 0,1 0 0,-1 1 0,1-1 0,-1 1 0,1-1 0,-1 0 0,1 1 0,-1-1 0,0 0 0,1 0 0,-1 1 0,-1-1 0,-36-2 0,24-1 0,-598-15-341,487 19-683,102-1-5802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7:07:39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24575,'376'0'0,"-371"0"0,1 0 0,-1 0 0,1 1 0,0 0 0,-1-1 0,1 2 0,-1-1 0,1 1 0,5 2 0,-8-2 0,0 0 0,0 0 0,-1 0 0,1 1 0,-1-1 0,0 1 0,1-1 0,-1 1 0,0 0 0,0 0 0,-1 0 0,1 0 0,-1 0 0,1 0 0,-1 0 0,1 6 0,2 8 0,0 0 0,-2 0 0,0 0 0,0 0 0,-2 1 0,-2 23 0,-19 109 0,12-94 0,1-20 0,-1-1 0,-25 62 0,23-70 0,1-1 0,1 2 0,2-1 0,1 1 0,-6 54 0,12 10-1365,0-49-5461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7:07:41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24575,'10'0'0,"8"0"0,6 0 0,4 0 0,2 0 0,1 0 0,0 0 0,0 0 0,-1 0 0,0 0 0,0 0 0,-6 0-8191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7:07:45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312 138 24575,'-1'-6'0,"0"1"0,0-1 0,0 0 0,-1 1 0,0-1 0,0 1 0,0 0 0,-1 0 0,1 0 0,-1 0 0,-1 0 0,1 1 0,-1-1 0,1 1 0,-1 0 0,-1 0 0,1 0 0,0 0 0,-1 1 0,0 0 0,-7-4 0,4 2 0,0 1 0,0 0 0,0 0 0,0 1 0,-1 0 0,0 1 0,1 0 0,-1 0 0,0 1 0,0 0 0,0 0 0,0 1 0,-10 1 0,14 1 0,-1 0 0,1 0 0,0 0 0,0 0 0,0 1 0,0 0 0,1 0 0,-1 1 0,1-1 0,0 1 0,0 0 0,0 0 0,0 0 0,1 0 0,-1 1 0,1 0 0,-4 8 0,3-6 0,0 1 0,1-1 0,0 1 0,0 0 0,0-1 0,1 1 0,1 0 0,-1 1 0,1-1 0,1 0 0,0 15 0,4 1 0,2-1 0,0 0 0,1 0 0,2-1 0,18 36 0,69 102 0,-73-129 0,1-1 0,41 40 0,23 29 0,-86-97 0,0 0 0,0 0 0,-1 0 0,1 0 0,0 0 0,-1 1 0,0-1 0,0 1 0,0-1 0,0 1 0,0-1 0,0 1 0,-1 0 0,1-1 0,-1 1 0,1 0 0,-1 0 0,0-1 0,0 1 0,-1 3 0,0-5 0,-1 1 0,1 0 0,-1 0 0,1-1 0,-1 1 0,1-1 0,-1 0 0,0 1 0,0-1 0,0 0 0,0 0 0,0 0 0,0 0 0,0 0 0,0-1 0,0 1 0,0-1 0,-1 1 0,1-1 0,0 0 0,0 0 0,0 0 0,-1 0 0,-2-1 0,-10 2 0,-1-1 0,1-1 0,0-1 0,0 0 0,0-1 0,-26-9 0,36 11 0,0-1 0,0 0 0,0-1 0,0 1 0,1-1 0,-1 0 0,1 0 0,0-1 0,0 1 0,0-1 0,0 0 0,0 0 0,1 0 0,0 0 0,0-1 0,0 1 0,0-1 0,1 0 0,0 0 0,0 0 0,0 0 0,-1-8 0,-2-16 0,2 0 0,2 0 0,0-1 0,2 1 0,6-43 0,-4 65 0,-1 0 0,1 0 0,0 0 0,0 0 0,0 1 0,1 0 0,0 0 0,1 0 0,-1 0 0,1 0 0,0 1 0,1 0 0,-1 0 0,1 0 0,0 1 0,0 0 0,10-5 0,12-6 0,1 2 0,47-17 0,-73 29 0,3-2 0,0 0 0,0-1 0,0 0 0,0 0 0,-1 0 0,0-1 0,0 1 0,0-1 0,0-1 0,-1 1 0,0-1 0,0 0 0,0 0 0,-1 0 0,5-11 0,0-1 0,-1-1 0,-1 0 0,0 0 0,3-26 0,-9 42-47,1 1 0,-1 0 0,1 0 0,-1 0 0,0-1 0,0 1 0,0 0 0,0 0 0,-1-1-1,1 1 1,-1 0 0,1 0 0,-1 0 0,0 0 0,1 0 0,-1 0 0,0 0 0,0 0 0,-1 0 0,1 0 0,0 0 0,-1 0-1,1 1 1,-1-1 0,1 1 0,-1-1 0,0 1 0,-2-2 0,-14-4-6779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7:07:47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24575,'0'441'0,"-1"-437"0,1 1 0,0-1 0,0 0 0,1 1 0,-1-1 0,1 0 0,0 1 0,0-1 0,1 0 0,-1 0 0,1 0 0,0 0 0,0 0 0,4 5 0,-4-7 0,1 1 0,0-1 0,1 0 0,-1 0 0,0 0 0,0 0 0,1-1 0,-1 0 0,1 1 0,-1-1 0,1 0 0,0-1 0,0 1 0,-1-1 0,1 1 0,0-1 0,4-1 0,346-5-1365,-328 6-5461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7:07:48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24575,'0'5'0,"0"11"0,0 19 0,0 12 0,0 9 0,0 4 0,0-2 0,0 3 0,0 1 0,0 1 0,0-11-8191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7:07:55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24575,'5'0'0,"7"5"0,6 7 0,25 20 0,9 16 0,2 4 0,-3-2 0,-11-9-8191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7:07:56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0 24575,'-5'5'0,"-6"12"0,-7 7 0,-5 0 0,-9 6 0,-3-3 0,-11 5 0,-8 2 0,1-1 0,9-5-8191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7:08:00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24575,'-1'109'0,"5"254"0,3-248 0,24 130 0,-13-141 0,-3 1 0,0 153 0,-17-116-1365,2-105-5461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7:21:46.1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688 416 24575,'0'260'0,"-2"-402"0,4-162 0,24 141 0,-26 159 0,1 1 0,0 0 0,-1 0 0,1 0 0,0 0 0,1 1 0,-1-1 0,0 0 0,1 0 0,0 1 0,-1-1 0,1 1 0,0 0 0,0 0 0,1-1 0,-1 1 0,0 0 0,1 1 0,-1-1 0,1 0 0,-1 1 0,1-1 0,0 1 0,0 0 0,5-2 0,2 1 0,0 1 0,-1 0 0,1 0 0,0 0 0,0 2 0,12 0 0,-244 4 0,56-6 0,-156 3 0,314-2 0,0 1 0,0-1 0,0 2 0,0-1 0,0 1 0,0 0 0,1 0 0,-1 1 0,1 0 0,-9 5 0,13-5 0,-1-1 0,1 1 0,0 0 0,0 0 0,0 0 0,0 0 0,1 1 0,-1-1 0,1 1 0,0 0 0,0-1 0,0 1 0,1 0 0,-1 0 0,1 0 0,0 0 0,0 1 0,0-1 0,1 0 0,-1 7 0,1 36 0,7 65 0,1 15 0,-8-61 0,2 0 0,15 82 0,-17-145 0,0 0 0,1 1 0,0-1 0,0 0 0,0 0 0,0 0 0,0 0 0,1 0 0,-1 0 0,1-1 0,0 1 0,0 0 0,0-1 0,3 4 0,-4-5 0,0-1 0,0 0 0,-1 1 0,1-1 0,0 0 0,-1 1 0,1-1 0,0 0 0,0 0 0,0 0 0,-1 0 0,1 0 0,0 0 0,0 0 0,0 0 0,-1 0 0,1 0 0,0 0 0,0-1 0,-1 1 0,1 0 0,1-1 0,21-21 0,-8-5 0,0-1 0,-2 0 0,-1-1 0,15-54 0,-18 53 0,1 1 0,1 0 0,1 0 0,28-45 0,-39 71 0,1 1 0,-1-1 0,1 1 0,0 0 0,0-1 0,0 1 0,1 0 0,-1 1 0,0-1 0,1 0 0,-1 1 0,1-1 0,-1 1 0,6-2 0,-7 3 0,1 0 0,-1 0 0,0 0 0,1 0 0,-1 0 0,0 1 0,1-1 0,-1 0 0,0 1 0,1-1 0,-1 1 0,0-1 0,0 1 0,0 0 0,0 0 0,1-1 0,-1 1 0,0 0 0,0 0 0,-1 0 0,1 0 0,0 0 0,0 0 0,0 0 0,-1 1 0,1-1 0,0 0 0,-1 0 0,1 1 0,-1-1 0,0 0 0,1 0 0,-1 3 0,13 41 38,-2 1 0,7 60-1,3 15-1515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7:21:53.5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99 24575,'0'24'0,"35"886"0,-31-866 0,-2-19 0,1 0 0,7 28 0,-10-52 0,0 0 0,1 0 0,-1 0 0,0-1 0,0 1 0,0 0 0,1 0 0,-1 0 0,0 0 0,1 0 0,-1 0 0,1 0 0,-1-1 0,1 1 0,-1 0 0,1 0 0,-1-1 0,1 1 0,0 0 0,0-1 0,-1 1 0,1-1 0,0 1 0,0-1 0,0 1 0,-1-1 0,1 1 0,0-1 0,0 0 0,0 0 0,0 1 0,0-1 0,0 0 0,0 0 0,0 0 0,0 0 0,0 0 0,0 0 0,0 0 0,0 0 0,-1-1 0,1 1 0,0 0 0,0 0 0,0-1 0,0 1 0,0-1 0,0 1 0,-1-1 0,1 1 0,0-1 0,0 1 0,-1-1 0,1 0 0,0 1 0,-1-1 0,1 0 0,0-1 0,7-7 0,0 1 0,-1-1 0,10-16 0,-15 22 0,104-178 0,26-38 0,-121 201 0,0 0 0,-1-1 0,0-1 0,-2 0 0,-1 0 0,7-25 0,-4-7 0,5-67 0,14-48 0,-10 68 0,-19 93 0,1 0 0,0-1 0,0 1 0,1 0 0,-1 0 0,2 0 0,-1 0 0,0 0 0,1 1 0,0-1 0,1 1 0,-1 0 0,1 0 0,0 0 0,0 0 0,1 0 0,-1 1 0,1 0 0,0 0 0,0 0 0,0 1 0,1 0 0,-1 0 0,1 0 0,0 0 0,0 1 0,0 0 0,0 0 0,0 1 0,0 0 0,0 0 0,7 0 0,23-1-682,62 4-1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7T17:21:54.3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294 1 24575,'-5'20'0,"-16"36"0,-15 39 0,-6 17 0,-1 6 0,7-9 0,4-7 0,4-16 0,0-8 0,6-12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3241F-7ED4-45AC-844C-15DB0D5F9CCD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3B8C3-A209-4A55-9261-22C2A02B31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72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48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31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71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29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0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80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Copyright"/>
          <p:cNvSpPr txBox="1"/>
          <p:nvPr userDrawn="1"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</a:t>
            </a:r>
            <a:fld id="{43FEC7B2-4A3C-43EA-A52A-F8DED3FD6DAC}" type="datetimeyyyy">
              <a:rPr lang="en-US" sz="1003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</a:t>
            </a:fld>
            <a:r>
              <a:rPr lang="en-US" sz="1003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The MathWorks, Inc.</a:t>
            </a:r>
          </a:p>
        </p:txBody>
      </p:sp>
      <p:cxnSp>
        <p:nvCxnSpPr>
          <p:cNvPr id="26" name="GrayLine"/>
          <p:cNvCxnSpPr/>
          <p:nvPr userDrawn="1"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 dirty="0"/>
              <a:t>Click to add b</a:t>
            </a:r>
            <a:r>
              <a:rPr lang="en-US" sz="1805" dirty="0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 dirty="0"/>
              <a:t>Click to add headline</a:t>
            </a:r>
            <a:r>
              <a:rPr lang="en-US" sz="2005" b="1" dirty="0">
                <a:solidFill>
                  <a:prstClr val="black"/>
                </a:solidFill>
              </a:rPr>
              <a:t> providing value of feature</a:t>
            </a:r>
            <a:endParaRPr lang="en-US" dirty="0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 dirty="0"/>
              <a:t>Click to add </a:t>
            </a:r>
            <a:r>
              <a:rPr lang="en-US" sz="1604" dirty="0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 dirty="0">
                <a:latin typeface="Courier New" pitchFamily="49" charset="0"/>
                <a:cs typeface="Courier New" pitchFamily="49" charset="0"/>
              </a:rPr>
              <a:t>.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Section Header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 userDrawn="1"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 dirty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 dirty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 dirty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 userDrawn="1"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 dirty="0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9" r:id="rId4"/>
    <p:sldLayoutId id="2147483663" r:id="rId5"/>
    <p:sldLayoutId id="2147483651" r:id="rId6"/>
    <p:sldLayoutId id="2147483652" r:id="rId7"/>
    <p:sldLayoutId id="2147483664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6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customXml" Target="../ink/ink8.xml"/><Relationship Id="rId18" Type="http://schemas.openxmlformats.org/officeDocument/2006/relationships/image" Target="../media/image17.png"/><Relationship Id="rId26" Type="http://schemas.openxmlformats.org/officeDocument/2006/relationships/image" Target="../media/image22.png"/><Relationship Id="rId3" Type="http://schemas.openxmlformats.org/officeDocument/2006/relationships/customXml" Target="../ink/ink1.xml"/><Relationship Id="rId21" Type="http://schemas.openxmlformats.org/officeDocument/2006/relationships/customXml" Target="../ink/ink12.xml"/><Relationship Id="rId7" Type="http://schemas.openxmlformats.org/officeDocument/2006/relationships/customXml" Target="../ink/ink4.xml"/><Relationship Id="rId12" Type="http://schemas.openxmlformats.org/officeDocument/2006/relationships/image" Target="../media/image14.png"/><Relationship Id="rId17" Type="http://schemas.openxmlformats.org/officeDocument/2006/relationships/customXml" Target="../ink/ink10.xml"/><Relationship Id="rId25" Type="http://schemas.openxmlformats.org/officeDocument/2006/relationships/customXml" Target="../ink/ink14.xml"/><Relationship Id="rId2" Type="http://schemas.openxmlformats.org/officeDocument/2006/relationships/image" Target="../media/image11.png"/><Relationship Id="rId16" Type="http://schemas.openxmlformats.org/officeDocument/2006/relationships/image" Target="../media/image16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.xml"/><Relationship Id="rId11" Type="http://schemas.openxmlformats.org/officeDocument/2006/relationships/customXml" Target="../ink/ink7.xml"/><Relationship Id="rId24" Type="http://schemas.openxmlformats.org/officeDocument/2006/relationships/image" Target="../media/image21.png"/><Relationship Id="rId5" Type="http://schemas.openxmlformats.org/officeDocument/2006/relationships/customXml" Target="../ink/ink2.xml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23.png"/><Relationship Id="rId10" Type="http://schemas.openxmlformats.org/officeDocument/2006/relationships/image" Target="../media/image13.jpg"/><Relationship Id="rId19" Type="http://schemas.openxmlformats.org/officeDocument/2006/relationships/customXml" Target="../ink/ink11.xml"/><Relationship Id="rId4" Type="http://schemas.openxmlformats.org/officeDocument/2006/relationships/image" Target="../media/image12.png"/><Relationship Id="rId9" Type="http://schemas.openxmlformats.org/officeDocument/2006/relationships/customXml" Target="../ink/ink6.xml"/><Relationship Id="rId14" Type="http://schemas.openxmlformats.org/officeDocument/2006/relationships/image" Target="../media/image15.png"/><Relationship Id="rId22" Type="http://schemas.openxmlformats.org/officeDocument/2006/relationships/image" Target="../media/image20.png"/><Relationship Id="rId27" Type="http://schemas.openxmlformats.org/officeDocument/2006/relationships/customXml" Target="../ink/ink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hyperlink" Target="https://mathematics.ucsd.edu/sites/math.ucsd.edu/files/undergrad/honors-program/honors-theses/2017-2018/Zecheng_Kuang_Honors_Thesis.pdf" TargetMode="External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7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customXml" Target="../ink/ink17.xml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78.png"/><Relationship Id="rId9" Type="http://schemas.openxmlformats.org/officeDocument/2006/relationships/hyperlink" Target="https://mathematics.ucsd.edu/sites/math.ucsd.edu/files/undergrad/honors-program/honors-theses/2017-2018/Zecheng_Kuang_Honors_Thesis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upremum.gewis.nl/data/supremum_54.2_magazine.pdf" TargetMode="External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98" y="1059894"/>
            <a:ext cx="10363200" cy="1828800"/>
          </a:xfrm>
        </p:spPr>
        <p:txBody>
          <a:bodyPr/>
          <a:lstStyle/>
          <a:p>
            <a:pPr algn="ctr"/>
            <a:r>
              <a:rPr lang="en-US" dirty="0"/>
              <a:t>Digit Recognition with Linear Algebra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FE582B-07F9-CA0B-177C-BB51EEA9A362}"/>
              </a:ext>
            </a:extLst>
          </p:cNvPr>
          <p:cNvSpPr txBox="1"/>
          <p:nvPr/>
        </p:nvSpPr>
        <p:spPr>
          <a:xfrm>
            <a:off x="457200" y="5784968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Jon Loftin, PhD</a:t>
            </a:r>
          </a:p>
          <a:p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jloftin@mathworks.com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FCCA05-DACB-FEF1-9241-268432A60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428" y="2748943"/>
            <a:ext cx="799636" cy="13297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4F84E2-B89E-47AE-4CFE-5C0916EC5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572" y="1694994"/>
            <a:ext cx="2360856" cy="22965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297D-2D9E-314A-B80A-BA6A7C6D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vector space?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4BE7CC-3EBA-0FB2-921C-0F85F798A9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Long list of requirements (10)</a:t>
                </a:r>
              </a:p>
              <a:p>
                <a:r>
                  <a:rPr lang="en-US" dirty="0"/>
                  <a:t>The space you can “build” from a set of objects</a:t>
                </a:r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If we have the vectors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, we can build any other vector in the x-y plane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4BE7CC-3EBA-0FB2-921C-0F85F798A9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0" t="-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377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92A57-9E6D-C64E-531C-50076F5B8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vector space built by digits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02E6B-CAB6-7161-19BF-D819D333E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a digit as one of these building blocks</a:t>
            </a:r>
          </a:p>
          <a:p>
            <a:r>
              <a:rPr lang="en-US" dirty="0"/>
              <a:t>We can build a vector space for each digit, why?</a:t>
            </a:r>
          </a:p>
          <a:p>
            <a:r>
              <a:rPr lang="en-US" dirty="0"/>
              <a:t>Then, we see which digit space a test digit is “closest” to</a:t>
            </a:r>
          </a:p>
        </p:txBody>
      </p:sp>
      <p:pic>
        <p:nvPicPr>
          <p:cNvPr id="7" name="Graphic 6" descr="Girl wearing cape">
            <a:extLst>
              <a:ext uri="{FF2B5EF4-FFF2-40B4-BE49-F238E27FC236}">
                <a16:creationId xmlns:a16="http://schemas.microsoft.com/office/drawing/2014/main" id="{DF5D2311-378B-9940-905C-E02A70402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0" y="2868339"/>
            <a:ext cx="190500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13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680B-E4FF-B44A-A773-41AE1F83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things first… </a:t>
            </a:r>
            <a:r>
              <a:rPr lang="en-US"/>
              <a:t>the images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7E118-6FBF-4332-8ACA-E3759CF3DB9C}"/>
              </a:ext>
            </a:extLst>
          </p:cNvPr>
          <p:cNvSpPr txBox="1"/>
          <p:nvPr/>
        </p:nvSpPr>
        <p:spPr>
          <a:xfrm>
            <a:off x="483766" y="1247745"/>
            <a:ext cx="5028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Images can be represented as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27CB2A5-9492-4295-AB99-A67D671E43D4}"/>
                  </a:ext>
                </a:extLst>
              </p:cNvPr>
              <p:cNvSpPr txBox="1"/>
              <p:nvPr/>
            </p:nvSpPr>
            <p:spPr>
              <a:xfrm>
                <a:off x="-28575" y="3913420"/>
                <a:ext cx="4743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𝑚</m:t>
                      </m:r>
                    </m:oMath>
                  </m:oMathPara>
                </a14:m>
                <a:endParaRPr lang="en-US" sz="20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27CB2A5-9492-4295-AB99-A67D671E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575" y="3913420"/>
                <a:ext cx="474361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F0BCB5D-6DEC-4C17-854E-6CE4A1B791BB}"/>
                  </a:ext>
                </a:extLst>
              </p:cNvPr>
              <p:cNvSpPr txBox="1"/>
              <p:nvPr/>
            </p:nvSpPr>
            <p:spPr>
              <a:xfrm>
                <a:off x="2653761" y="1981200"/>
                <a:ext cx="4070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𝑛</m:t>
                      </m:r>
                    </m:oMath>
                  </m:oMathPara>
                </a14:m>
                <a:endParaRPr lang="en-US" sz="20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F0BCB5D-6DEC-4C17-854E-6CE4A1B79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761" y="1981200"/>
                <a:ext cx="40703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D01CF28-8D33-4921-BD78-D2709E1EBD89}"/>
                  </a:ext>
                </a:extLst>
              </p:cNvPr>
              <p:cNvSpPr txBox="1"/>
              <p:nvPr/>
            </p:nvSpPr>
            <p:spPr>
              <a:xfrm>
                <a:off x="4788716" y="3636422"/>
                <a:ext cx="7350537" cy="1070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𝑟𝑒𝑑</m:t>
                                </m:r>
                              </m:e>
                              <m:e/>
                            </m:mr>
                            <m:mr>
                              <m:e/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𝑚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0"/>
                                  </a:rPr>
                                  <m:t>×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)</m:t>
                                </m:r>
                              </m:e>
                              <m:e/>
                            </m:mr>
                          </m:m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𝑔𝑟𝑒𝑒𝑛</m:t>
                                </m:r>
                              </m:e>
                              <m:e/>
                            </m:mr>
                            <m:mr>
                              <m:e/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𝑚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0"/>
                                  </a:rPr>
                                  <m:t>×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)</m:t>
                                </m:r>
                              </m:e>
                              <m:e/>
                            </m:mr>
                          </m:m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𝑏𝑙𝑢𝑒</m:t>
                                </m:r>
                              </m:e>
                              <m:e/>
                            </m:mr>
                            <m:mr>
                              <m:e/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𝑚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0"/>
                                  </a:rPr>
                                  <m:t>×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0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itchFamily="34" charset="0"/>
                                  </a:rPr>
                                  <m:t>)</m:t>
                                </m:r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D01CF28-8D33-4921-BD78-D2709E1EB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716" y="3636422"/>
                <a:ext cx="7350537" cy="10705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Pink hued beach sand meeting the sea">
            <a:extLst>
              <a:ext uri="{FF2B5EF4-FFF2-40B4-BE49-F238E27FC236}">
                <a16:creationId xmlns:a16="http://schemas.microsoft.com/office/drawing/2014/main" id="{40697286-336C-425A-8EA4-584F9CE140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4" y="2724252"/>
            <a:ext cx="4167674" cy="27784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0F2C2-23DA-4E50-BCBF-28A6642BE581}"/>
              </a:ext>
            </a:extLst>
          </p:cNvPr>
          <p:cNvSpPr/>
          <p:nvPr/>
        </p:nvSpPr>
        <p:spPr>
          <a:xfrm>
            <a:off x="773442" y="2722451"/>
            <a:ext cx="152400" cy="15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D699979-9E8F-4EB9-BFCB-AD11739772F4}"/>
              </a:ext>
            </a:extLst>
          </p:cNvPr>
          <p:cNvCxnSpPr>
            <a:cxnSpLocks/>
          </p:cNvCxnSpPr>
          <p:nvPr/>
        </p:nvCxnSpPr>
        <p:spPr>
          <a:xfrm>
            <a:off x="925842" y="2881236"/>
            <a:ext cx="386287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0FA96A6-9A4F-41D5-A0ED-1FBAE63CF8B1}"/>
              </a:ext>
            </a:extLst>
          </p:cNvPr>
          <p:cNvSpPr/>
          <p:nvPr/>
        </p:nvSpPr>
        <p:spPr>
          <a:xfrm>
            <a:off x="4775084" y="2742735"/>
            <a:ext cx="152400" cy="15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CBED5C-7EA0-48E6-8CB7-BCCCE21A6E57}"/>
              </a:ext>
            </a:extLst>
          </p:cNvPr>
          <p:cNvSpPr/>
          <p:nvPr/>
        </p:nvSpPr>
        <p:spPr>
          <a:xfrm>
            <a:off x="764354" y="5350301"/>
            <a:ext cx="152400" cy="15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218ACBC-975B-400D-AE8C-66A405CB3AF5}"/>
              </a:ext>
            </a:extLst>
          </p:cNvPr>
          <p:cNvCxnSpPr/>
          <p:nvPr/>
        </p:nvCxnSpPr>
        <p:spPr>
          <a:xfrm>
            <a:off x="926541" y="2879394"/>
            <a:ext cx="0" cy="2468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Left Brace 52">
            <a:extLst>
              <a:ext uri="{FF2B5EF4-FFF2-40B4-BE49-F238E27FC236}">
                <a16:creationId xmlns:a16="http://schemas.microsoft.com/office/drawing/2014/main" id="{4668A4FA-A99E-4804-ADDE-91F2B4BBB522}"/>
              </a:ext>
            </a:extLst>
          </p:cNvPr>
          <p:cNvSpPr/>
          <p:nvPr/>
        </p:nvSpPr>
        <p:spPr>
          <a:xfrm rot="5400000">
            <a:off x="2725054" y="799035"/>
            <a:ext cx="264450" cy="3429000"/>
          </a:xfrm>
          <a:prstGeom prst="lef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Left Brace 54">
            <a:extLst>
              <a:ext uri="{FF2B5EF4-FFF2-40B4-BE49-F238E27FC236}">
                <a16:creationId xmlns:a16="http://schemas.microsoft.com/office/drawing/2014/main" id="{1DBD6E63-3712-416B-8C50-E5F6DA60D852}"/>
              </a:ext>
            </a:extLst>
          </p:cNvPr>
          <p:cNvSpPr/>
          <p:nvPr/>
        </p:nvSpPr>
        <p:spPr>
          <a:xfrm>
            <a:off x="383354" y="3023566"/>
            <a:ext cx="298383" cy="2209800"/>
          </a:xfrm>
          <a:prstGeom prst="lef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E25BC7-A265-422F-8250-1320788E66B0}"/>
              </a:ext>
            </a:extLst>
          </p:cNvPr>
          <p:cNvSpPr/>
          <p:nvPr/>
        </p:nvSpPr>
        <p:spPr>
          <a:xfrm>
            <a:off x="5869754" y="2487972"/>
            <a:ext cx="152400" cy="15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2A57E4-F07D-4DBA-BAEA-B60E9846324A}"/>
              </a:ext>
            </a:extLst>
          </p:cNvPr>
          <p:cNvSpPr txBox="1"/>
          <p:nvPr/>
        </p:nvSpPr>
        <p:spPr>
          <a:xfrm>
            <a:off x="6641629" y="2394895"/>
            <a:ext cx="35573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itchFamily="34" charset="0"/>
                <a:cs typeface="Arial" pitchFamily="34" charset="0"/>
              </a:rPr>
              <a:t>Numerical value based on RGB code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A7537FB-089D-44E9-83C1-00214874C729}"/>
              </a:ext>
            </a:extLst>
          </p:cNvPr>
          <p:cNvCxnSpPr>
            <a:cxnSpLocks/>
          </p:cNvCxnSpPr>
          <p:nvPr/>
        </p:nvCxnSpPr>
        <p:spPr>
          <a:xfrm>
            <a:off x="6250754" y="2564172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09D9D890-1203-4800-A14A-F4BE2E6763B4}"/>
              </a:ext>
            </a:extLst>
          </p:cNvPr>
          <p:cNvSpPr/>
          <p:nvPr/>
        </p:nvSpPr>
        <p:spPr>
          <a:xfrm>
            <a:off x="5869754" y="2869413"/>
            <a:ext cx="152400" cy="15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F33B6C6-5239-43C5-A5B7-7FB1249F9381}"/>
              </a:ext>
            </a:extLst>
          </p:cNvPr>
          <p:cNvSpPr/>
          <p:nvPr/>
        </p:nvSpPr>
        <p:spPr>
          <a:xfrm>
            <a:off x="6840080" y="2902813"/>
            <a:ext cx="152400" cy="1524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EC18A3B-8E4B-4F16-B59E-1A97FD1FABE7}"/>
              </a:ext>
            </a:extLst>
          </p:cNvPr>
          <p:cNvSpPr/>
          <p:nvPr/>
        </p:nvSpPr>
        <p:spPr>
          <a:xfrm>
            <a:off x="7287143" y="2895311"/>
            <a:ext cx="152400" cy="152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BDE6739-9CBD-4CAF-B59E-3CF2321951ED}"/>
              </a:ext>
            </a:extLst>
          </p:cNvPr>
          <p:cNvSpPr/>
          <p:nvPr/>
        </p:nvSpPr>
        <p:spPr>
          <a:xfrm>
            <a:off x="7734206" y="2902813"/>
            <a:ext cx="152400" cy="1524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3D9EEC6-0AF8-4D2C-8D07-3741B95D78FA}"/>
              </a:ext>
            </a:extLst>
          </p:cNvPr>
          <p:cNvCxnSpPr>
            <a:cxnSpLocks/>
          </p:cNvCxnSpPr>
          <p:nvPr/>
        </p:nvCxnSpPr>
        <p:spPr>
          <a:xfrm>
            <a:off x="6278717" y="2945613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2A98064-6C3F-E255-85FA-7B14D4A61F4B}"/>
              </a:ext>
            </a:extLst>
          </p:cNvPr>
          <p:cNvGrpSpPr/>
          <p:nvPr/>
        </p:nvGrpSpPr>
        <p:grpSpPr>
          <a:xfrm>
            <a:off x="5696542" y="639583"/>
            <a:ext cx="3811076" cy="1552280"/>
            <a:chOff x="5651029" y="5134236"/>
            <a:chExt cx="3811076" cy="155228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85C591-C67C-DDB4-F7B3-F477ED7B9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51029" y="5134236"/>
              <a:ext cx="1981200" cy="155228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27F642-DE32-D35A-6F75-5C2F0E1154AB}"/>
                </a:ext>
              </a:extLst>
            </p:cNvPr>
            <p:cNvSpPr txBox="1"/>
            <p:nvPr/>
          </p:nvSpPr>
          <p:spPr>
            <a:xfrm>
              <a:off x="8001000" y="5379110"/>
              <a:ext cx="13676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itchFamily="34" charset="0"/>
                  <a:cs typeface="Arial" pitchFamily="34" charset="0"/>
                </a:rPr>
                <a:t>grey-scale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82971B8-F494-CE81-1D58-8C7BAB15063E}"/>
                    </a:ext>
                  </a:extLst>
                </p:cNvPr>
                <p:cNvSpPr txBox="1"/>
                <p:nvPr/>
              </p:nvSpPr>
              <p:spPr>
                <a:xfrm>
                  <a:off x="7907577" y="5985032"/>
                  <a:ext cx="155452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𝑛</m:t>
                      </m:r>
                    </m:oMath>
                  </a14:m>
                  <a:r>
                    <a:rPr lang="en-US" sz="2000" dirty="0">
                      <a:latin typeface="Arial" pitchFamily="34" charset="0"/>
                      <a:cs typeface="Arial" pitchFamily="34" charset="0"/>
                    </a:rPr>
                    <a:t> image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82971B8-F494-CE81-1D58-8C7BAB150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7577" y="5985032"/>
                  <a:ext cx="1554528" cy="400110"/>
                </a:xfrm>
                <a:prstGeom prst="rect">
                  <a:avLst/>
                </a:prstGeom>
                <a:blipFill>
                  <a:blip r:embed="rId8"/>
                  <a:stretch>
                    <a:fillRect t="-7692" r="-3529" b="-2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2173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6" grpId="0"/>
      <p:bldP spid="56" grpId="1"/>
      <p:bldP spid="54" grpId="0"/>
      <p:bldP spid="54" grpId="1"/>
      <p:bldP spid="68" grpId="0"/>
      <p:bldP spid="68" grpId="1"/>
      <p:bldP spid="7" grpId="0" animBg="1"/>
      <p:bldP spid="7" grpId="1" animBg="1"/>
      <p:bldP spid="48" grpId="0" animBg="1"/>
      <p:bldP spid="48" grpId="1" animBg="1"/>
      <p:bldP spid="50" grpId="0" animBg="1"/>
      <p:bldP spid="50" grpId="1" animBg="1"/>
      <p:bldP spid="53" grpId="0" animBg="1"/>
      <p:bldP spid="53" grpId="1" animBg="1"/>
      <p:bldP spid="55" grpId="0" animBg="1"/>
      <p:bldP spid="55" grpId="1" animBg="1"/>
      <p:bldP spid="57" grpId="0" animBg="1"/>
      <p:bldP spid="57" grpId="1" animBg="1"/>
      <p:bldP spid="58" grpId="0"/>
      <p:bldP spid="58" grpId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FAA0-3F3C-FA32-9CB8-027E7FDF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F328A-88AB-CFBB-4AB0-9A91D9E23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2667000"/>
            <a:ext cx="714475" cy="25149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8209E9C-EE25-62C5-7900-92898FB6C9DA}"/>
                  </a:ext>
                </a:extLst>
              </p14:cNvPr>
              <p14:cNvContentPartPr/>
              <p14:nvPr/>
            </p14:nvContentPartPr>
            <p14:xfrm>
              <a:off x="9217709" y="2490865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8209E9C-EE25-62C5-7900-92898FB6C9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81709" y="2454865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86C00EC-2DC5-F850-7D17-451B8D94C0C4}"/>
                  </a:ext>
                </a:extLst>
              </p14:cNvPr>
              <p14:cNvContentPartPr/>
              <p14:nvPr/>
            </p14:nvContentPartPr>
            <p14:xfrm>
              <a:off x="9196469" y="2228065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86C00EC-2DC5-F850-7D17-451B8D94C0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60829" y="2192425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062845F-8240-A4DE-4CD5-4E4A104ED559}"/>
                  </a:ext>
                </a:extLst>
              </p14:cNvPr>
              <p14:cNvContentPartPr/>
              <p14:nvPr/>
            </p14:nvContentPartPr>
            <p14:xfrm>
              <a:off x="9196469" y="1986145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062845F-8240-A4DE-4CD5-4E4A104ED5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60829" y="1950505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73A9C36-7D24-F933-7F6E-54E414593C2C}"/>
                  </a:ext>
                </a:extLst>
              </p14:cNvPr>
              <p14:cNvContentPartPr/>
              <p14:nvPr/>
            </p14:nvContentPartPr>
            <p14:xfrm>
              <a:off x="9249029" y="5286625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73A9C36-7D24-F933-7F6E-54E414593C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13029" y="5250625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823E0D3-E33B-B1F9-0306-F93649CB8FEB}"/>
                  </a:ext>
                </a:extLst>
              </p14:cNvPr>
              <p14:cNvContentPartPr/>
              <p14:nvPr/>
            </p14:nvContentPartPr>
            <p14:xfrm>
              <a:off x="9269909" y="5559865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823E0D3-E33B-B1F9-0306-F93649CB8F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34269" y="5523865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6DC5461-DFBB-C5DD-1FE5-B4838786F46D}"/>
                  </a:ext>
                </a:extLst>
              </p14:cNvPr>
              <p14:cNvContentPartPr/>
              <p14:nvPr/>
            </p14:nvContentPartPr>
            <p14:xfrm>
              <a:off x="9269909" y="5801425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6DC5461-DFBB-C5DD-1FE5-B4838786F4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34269" y="5765425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 descr="A number on a black background&#10;&#10;Description automatically generated">
            <a:extLst>
              <a:ext uri="{FF2B5EF4-FFF2-40B4-BE49-F238E27FC236}">
                <a16:creationId xmlns:a16="http://schemas.microsoft.com/office/drawing/2014/main" id="{611C7112-FC14-F69E-EF02-4FCDD4E479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198987"/>
            <a:ext cx="1570233" cy="1450975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31EA3608-0AFC-E0B3-1A09-033DB8AE2E8F}"/>
              </a:ext>
            </a:extLst>
          </p:cNvPr>
          <p:cNvSpPr/>
          <p:nvPr/>
        </p:nvSpPr>
        <p:spPr>
          <a:xfrm>
            <a:off x="5606796" y="3682158"/>
            <a:ext cx="978408" cy="4846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7915A74-DBB4-0A9D-98D9-490852C3B6D1}"/>
                  </a:ext>
                </a:extLst>
              </p14:cNvPr>
              <p14:cNvContentPartPr/>
              <p14:nvPr/>
            </p14:nvContentPartPr>
            <p14:xfrm>
              <a:off x="9606509" y="1828465"/>
              <a:ext cx="613440" cy="41176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7915A74-DBB4-0A9D-98D9-490852C3B6D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00389" y="1822345"/>
                <a:ext cx="625680" cy="412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A190F28-700B-BA05-68EF-A845E297E74C}"/>
                  </a:ext>
                </a:extLst>
              </p14:cNvPr>
              <p14:cNvContentPartPr/>
              <p14:nvPr/>
            </p14:nvContentPartPr>
            <p14:xfrm>
              <a:off x="10331549" y="3436585"/>
              <a:ext cx="175680" cy="336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A190F28-700B-BA05-68EF-A845E297E74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325429" y="3430465"/>
                <a:ext cx="18792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41AFDB1-0BA7-4F9E-63C1-229764088F64}"/>
                  </a:ext>
                </a:extLst>
              </p14:cNvPr>
              <p14:cNvContentPartPr/>
              <p14:nvPr/>
            </p14:nvContentPartPr>
            <p14:xfrm>
              <a:off x="10436669" y="3573385"/>
              <a:ext cx="11484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41AFDB1-0BA7-4F9E-63C1-229764088F6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430549" y="3567265"/>
                <a:ext cx="12708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7871DB0-12EF-3EA0-1F5D-19A19D89B5D4}"/>
              </a:ext>
            </a:extLst>
          </p:cNvPr>
          <p:cNvGrpSpPr/>
          <p:nvPr/>
        </p:nvGrpSpPr>
        <p:grpSpPr>
          <a:xfrm>
            <a:off x="10713509" y="3408145"/>
            <a:ext cx="489600" cy="329760"/>
            <a:chOff x="10713509" y="3408145"/>
            <a:chExt cx="48960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D6B48F6-6F9C-C430-EE1A-25072E713146}"/>
                    </a:ext>
                  </a:extLst>
                </p14:cNvPr>
                <p14:cNvContentPartPr/>
                <p14:nvPr/>
              </p14:nvContentPartPr>
              <p14:xfrm>
                <a:off x="10713509" y="3408145"/>
                <a:ext cx="162360" cy="295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D6B48F6-6F9C-C430-EE1A-25072E71314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707389" y="3402025"/>
                  <a:ext cx="1746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E8CD02B-47CD-FFEC-6A1B-FD452274B19D}"/>
                    </a:ext>
                  </a:extLst>
                </p14:cNvPr>
                <p14:cNvContentPartPr/>
                <p14:nvPr/>
              </p14:nvContentPartPr>
              <p14:xfrm>
                <a:off x="11035709" y="3426145"/>
                <a:ext cx="167400" cy="191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E8CD02B-47CD-FFEC-6A1B-FD452274B19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029589" y="3420025"/>
                  <a:ext cx="1796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C49D232-9688-0407-E9A8-8552FD833216}"/>
                    </a:ext>
                  </a:extLst>
                </p14:cNvPr>
                <p14:cNvContentPartPr/>
                <p14:nvPr/>
              </p14:nvContentPartPr>
              <p14:xfrm>
                <a:off x="11151269" y="3552145"/>
                <a:ext cx="360" cy="185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C49D232-9688-0407-E9A8-8552FD83321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145149" y="3546025"/>
                  <a:ext cx="1260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9FB6ADF-20B2-AE7B-1F0D-E2F59631CBE4}"/>
              </a:ext>
            </a:extLst>
          </p:cNvPr>
          <p:cNvGrpSpPr/>
          <p:nvPr/>
        </p:nvGrpSpPr>
        <p:grpSpPr>
          <a:xfrm>
            <a:off x="11455829" y="3489505"/>
            <a:ext cx="115920" cy="91800"/>
            <a:chOff x="11455829" y="3489505"/>
            <a:chExt cx="115920" cy="9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68DA962-D178-B2C1-C753-B4B971F63421}"/>
                    </a:ext>
                  </a:extLst>
                </p14:cNvPr>
                <p14:cNvContentPartPr/>
                <p14:nvPr/>
              </p14:nvContentPartPr>
              <p14:xfrm>
                <a:off x="11456189" y="3489505"/>
                <a:ext cx="99000" cy="86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68DA962-D178-B2C1-C753-B4B971F6342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450069" y="3483385"/>
                  <a:ext cx="1112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132D25F-08F7-C8B4-C467-6A80518769E2}"/>
                    </a:ext>
                  </a:extLst>
                </p14:cNvPr>
                <p14:cNvContentPartPr/>
                <p14:nvPr/>
              </p14:nvContentPartPr>
              <p14:xfrm>
                <a:off x="11455829" y="3489505"/>
                <a:ext cx="115920" cy="91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132D25F-08F7-C8B4-C467-6A80518769E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449709" y="3483385"/>
                  <a:ext cx="128160" cy="10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C1BCFD5-1830-213E-1CF9-BE74D281DAC9}"/>
                  </a:ext>
                </a:extLst>
              </p14:cNvPr>
              <p14:cNvContentPartPr/>
              <p14:nvPr/>
            </p14:nvContentPartPr>
            <p14:xfrm>
              <a:off x="11834549" y="3331825"/>
              <a:ext cx="32400" cy="5324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C1BCFD5-1830-213E-1CF9-BE74D281DAC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828429" y="3325705"/>
                <a:ext cx="44640" cy="54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1048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680B-E4FF-B44A-A773-41AE1F83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our recognition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40AA84-85AF-4CEC-81A8-2C8307C470F2}"/>
              </a:ext>
            </a:extLst>
          </p:cNvPr>
          <p:cNvSpPr txBox="1"/>
          <p:nvPr/>
        </p:nvSpPr>
        <p:spPr>
          <a:xfrm>
            <a:off x="228600" y="6246911"/>
            <a:ext cx="1257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Source: </a:t>
            </a:r>
            <a:r>
              <a:rPr lang="en-US" sz="1200" dirty="0">
                <a:latin typeface="Arial" pitchFamily="34" charset="0"/>
                <a:cs typeface="Arial" pitchFamily="34" charset="0"/>
                <a:hlinkClick r:id="rId3"/>
              </a:rPr>
              <a:t>https://mathematics.ucsd.edu/sites/math.ucsd.edu/files/undergrad/honors-program/honors-theses/2017-2018/Zecheng_Kuang_Honors_Thesis.pdf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F6E7D4-D142-46F4-914A-95715BB5533E}"/>
                  </a:ext>
                </a:extLst>
              </p:cNvPr>
              <p:cNvSpPr txBox="1"/>
              <p:nvPr/>
            </p:nvSpPr>
            <p:spPr>
              <a:xfrm>
                <a:off x="673099" y="1278523"/>
                <a:ext cx="1084580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rial" pitchFamily="34" charset="0"/>
                    <a:cs typeface="Arial" pitchFamily="34" charset="0"/>
                  </a:rPr>
                  <a:t>Suppose we have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𝑘</m:t>
                    </m:r>
                  </m:oMath>
                </a14:m>
                <a:r>
                  <a:rPr lang="en-US" sz="1600" dirty="0">
                    <a:latin typeface="Arial" pitchFamily="34" charset="0"/>
                    <a:cs typeface="Arial" pitchFamily="34" charset="0"/>
                  </a:rPr>
                  <a:t> written images which have been classified as digit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𝑖</m:t>
                    </m:r>
                  </m:oMath>
                </a14:m>
                <a:r>
                  <a:rPr lang="en-US" sz="1600" dirty="0">
                    <a:latin typeface="Arial" pitchFamily="34" charset="0"/>
                    <a:cs typeface="Arial" pitchFamily="34" charset="0"/>
                  </a:rPr>
                  <a:t>. Use these to form our recognition system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F6E7D4-D142-46F4-914A-95715BB55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99" y="1278523"/>
                <a:ext cx="10845802" cy="338554"/>
              </a:xfrm>
              <a:prstGeom prst="rect">
                <a:avLst/>
              </a:prstGeom>
              <a:blipFill>
                <a:blip r:embed="rId4"/>
                <a:stretch>
                  <a:fillRect l="-225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53B16AB-2159-4C54-8BDF-12081D56C38E}"/>
              </a:ext>
            </a:extLst>
          </p:cNvPr>
          <p:cNvSpPr/>
          <p:nvPr/>
        </p:nvSpPr>
        <p:spPr>
          <a:xfrm>
            <a:off x="6584951" y="3276600"/>
            <a:ext cx="882649" cy="533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6D5F06B-61AA-406B-82B1-C0C65CAEEB4C}"/>
              </a:ext>
            </a:extLst>
          </p:cNvPr>
          <p:cNvGrpSpPr/>
          <p:nvPr/>
        </p:nvGrpSpPr>
        <p:grpSpPr>
          <a:xfrm>
            <a:off x="7467600" y="2052563"/>
            <a:ext cx="3222847" cy="3924791"/>
            <a:chOff x="7467600" y="2052563"/>
            <a:chExt cx="3222847" cy="392479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DB97ADD-BF32-4BA9-AFE8-73E49A8B02D3}"/>
                </a:ext>
              </a:extLst>
            </p:cNvPr>
            <p:cNvGrpSpPr/>
            <p:nvPr/>
          </p:nvGrpSpPr>
          <p:grpSpPr>
            <a:xfrm>
              <a:off x="7467600" y="2052563"/>
              <a:ext cx="3222847" cy="2748037"/>
              <a:chOff x="7848600" y="2052563"/>
              <a:chExt cx="3222847" cy="274803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8B9E41B-F4C1-4D05-8698-21566418B7C1}"/>
                  </a:ext>
                </a:extLst>
              </p:cNvPr>
              <p:cNvSpPr/>
              <p:nvPr/>
            </p:nvSpPr>
            <p:spPr>
              <a:xfrm>
                <a:off x="7848600" y="2057400"/>
                <a:ext cx="152400" cy="2743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36955E-64D3-40D2-B4C0-5F75A65DD21C}"/>
                  </a:ext>
                </a:extLst>
              </p:cNvPr>
              <p:cNvSpPr/>
              <p:nvPr/>
            </p:nvSpPr>
            <p:spPr>
              <a:xfrm>
                <a:off x="8172441" y="2057400"/>
                <a:ext cx="152400" cy="2743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E9EB17-2D57-43E8-9DA2-8C2D942A5CE0}"/>
                  </a:ext>
                </a:extLst>
              </p:cNvPr>
              <p:cNvSpPr/>
              <p:nvPr/>
            </p:nvSpPr>
            <p:spPr>
              <a:xfrm>
                <a:off x="8496282" y="2057400"/>
                <a:ext cx="152400" cy="2743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1397EC7-844D-4E8F-97FB-CF9C2DA5DF47}"/>
                      </a:ext>
                    </a:extLst>
                  </p:cNvPr>
                  <p:cNvSpPr txBox="1"/>
                  <p:nvPr/>
                </p:nvSpPr>
                <p:spPr>
                  <a:xfrm>
                    <a:off x="8939141" y="2841991"/>
                    <a:ext cx="1069203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𝑘</m:t>
                        </m:r>
                      </m:oMath>
                    </a14:m>
                    <a:r>
                      <a:rPr lang="en-US" sz="1600" dirty="0">
                        <a:latin typeface="Arial" pitchFamily="34" charset="0"/>
                        <a:cs typeface="Arial" pitchFamily="34" charset="0"/>
                      </a:rPr>
                      <a:t> vectors</a:t>
                    </a:r>
                  </a:p>
                  <a:p>
                    <a:endParaRPr lang="en-US" sz="1600" dirty="0">
                      <a:latin typeface="Arial" pitchFamily="34" charset="0"/>
                      <a:cs typeface="Arial" pitchFamily="34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⋯⋯⋯</m:t>
                          </m:r>
                        </m:oMath>
                      </m:oMathPara>
                    </a14:m>
                    <a:endParaRPr lang="en-US" sz="1600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1397EC7-844D-4E8F-97FB-CF9C2DA5DF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39141" y="2841991"/>
                    <a:ext cx="1069203" cy="83099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21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15DF778-6C57-4802-A2E0-4D1A251C04A7}"/>
                  </a:ext>
                </a:extLst>
              </p:cNvPr>
              <p:cNvSpPr/>
              <p:nvPr/>
            </p:nvSpPr>
            <p:spPr>
              <a:xfrm>
                <a:off x="10298803" y="2057400"/>
                <a:ext cx="152400" cy="2743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EB999E-A0C0-44E4-9E92-E6AE9A6897AC}"/>
                  </a:ext>
                </a:extLst>
              </p:cNvPr>
              <p:cNvSpPr/>
              <p:nvPr/>
            </p:nvSpPr>
            <p:spPr>
              <a:xfrm>
                <a:off x="10608925" y="2052563"/>
                <a:ext cx="152400" cy="2743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9051B4B-5C60-4E6B-AB02-E9A94F466C20}"/>
                  </a:ext>
                </a:extLst>
              </p:cNvPr>
              <p:cNvSpPr/>
              <p:nvPr/>
            </p:nvSpPr>
            <p:spPr>
              <a:xfrm>
                <a:off x="10919047" y="2052563"/>
                <a:ext cx="152400" cy="2743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1B1137F0-93BF-46B0-BC62-9C59D4B04D28}"/>
                </a:ext>
              </a:extLst>
            </p:cNvPr>
            <p:cNvSpPr/>
            <p:nvPr/>
          </p:nvSpPr>
          <p:spPr>
            <a:xfrm rot="16200000">
              <a:off x="8809789" y="3829447"/>
              <a:ext cx="604460" cy="2895599"/>
            </a:xfrm>
            <a:prstGeom prst="leftBrac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08B6970-6B47-40D1-99F3-A06E4E817CC9}"/>
                    </a:ext>
                  </a:extLst>
                </p:cNvPr>
                <p:cNvSpPr txBox="1"/>
                <p:nvPr/>
              </p:nvSpPr>
              <p:spPr>
                <a:xfrm>
                  <a:off x="8601966" y="5638800"/>
                  <a:ext cx="98155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itchFamily="34" charset="0"/>
                      <a:cs typeface="Arial" pitchFamily="34" charset="0"/>
                    </a:rPr>
                    <a:t>matrix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𝑀</m:t>
                      </m:r>
                    </m:oMath>
                  </a14:m>
                  <a:endParaRPr lang="en-US" sz="1600" dirty="0">
                    <a:latin typeface="Arial" pitchFamily="34" charset="0"/>
                    <a:cs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08B6970-6B47-40D1-99F3-A06E4E817C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1966" y="5638800"/>
                  <a:ext cx="981551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3106" t="-5357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BEF17F6-CE7A-4EA6-96BA-490ACF39283D}"/>
                  </a:ext>
                </a:extLst>
              </p:cNvPr>
              <p:cNvSpPr/>
              <p:nvPr/>
            </p:nvSpPr>
            <p:spPr>
              <a:xfrm>
                <a:off x="853593" y="2667000"/>
                <a:ext cx="1981200" cy="1524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𝑁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×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𝑁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image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BEF17F6-CE7A-4EA6-96BA-490ACF3928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93" y="2667000"/>
                <a:ext cx="1981200" cy="1524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03D9AB6-9D98-41E8-8232-B55266A428AF}"/>
              </a:ext>
            </a:extLst>
          </p:cNvPr>
          <p:cNvSpPr/>
          <p:nvPr/>
        </p:nvSpPr>
        <p:spPr>
          <a:xfrm>
            <a:off x="4343401" y="2052563"/>
            <a:ext cx="152400" cy="2743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88F36A-0BF9-4F56-AD9C-9694792CA969}"/>
                  </a:ext>
                </a:extLst>
              </p:cNvPr>
              <p:cNvSpPr txBox="1"/>
              <p:nvPr/>
            </p:nvSpPr>
            <p:spPr>
              <a:xfrm>
                <a:off x="4737877" y="3260149"/>
                <a:ext cx="14096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𝑁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×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1</m:t>
                    </m:r>
                  </m:oMath>
                </a14:m>
                <a:r>
                  <a:rPr lang="en-US" sz="1600" dirty="0">
                    <a:latin typeface="Arial" pitchFamily="34" charset="0"/>
                    <a:cs typeface="Arial" pitchFamily="34" charset="0"/>
                  </a:rPr>
                  <a:t> vector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88F36A-0BF9-4F56-AD9C-9694792CA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877" y="3260149"/>
                <a:ext cx="1409681" cy="338554"/>
              </a:xfrm>
              <a:prstGeom prst="rect">
                <a:avLst/>
              </a:prstGeom>
              <a:blipFill>
                <a:blip r:embed="rId8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7E0DEBF-9843-4DDB-9F54-0BBBDCFE56E5}"/>
              </a:ext>
            </a:extLst>
          </p:cNvPr>
          <p:cNvCxnSpPr/>
          <p:nvPr/>
        </p:nvCxnSpPr>
        <p:spPr>
          <a:xfrm>
            <a:off x="3352800" y="342416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807AD3-7235-47DD-8AAC-D4362047A9F2}"/>
              </a:ext>
            </a:extLst>
          </p:cNvPr>
          <p:cNvCxnSpPr/>
          <p:nvPr/>
        </p:nvCxnSpPr>
        <p:spPr>
          <a:xfrm>
            <a:off x="6515100" y="342416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00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680B-E4FF-B44A-A773-41AE1F83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our recognition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E331C-8815-48FF-991A-BE69523BF817}"/>
              </a:ext>
            </a:extLst>
          </p:cNvPr>
          <p:cNvSpPr/>
          <p:nvPr/>
        </p:nvSpPr>
        <p:spPr>
          <a:xfrm>
            <a:off x="1600200" y="1295400"/>
            <a:ext cx="152400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7C6023-0A3B-4E23-AFE2-AE35E9803507}"/>
              </a:ext>
            </a:extLst>
          </p:cNvPr>
          <p:cNvSpPr/>
          <p:nvPr/>
        </p:nvSpPr>
        <p:spPr>
          <a:xfrm>
            <a:off x="1752600" y="3657600"/>
            <a:ext cx="990600" cy="571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D5AA0B83-B819-5905-9557-FAC37D3C1C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7692258"/>
              </p:ext>
            </p:extLst>
          </p:nvPr>
        </p:nvGraphicFramePr>
        <p:xfrm>
          <a:off x="533402" y="859367"/>
          <a:ext cx="10922000" cy="7281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96D077CF-762F-7987-017A-926A4E7652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939572"/>
              </p:ext>
            </p:extLst>
          </p:nvPr>
        </p:nvGraphicFramePr>
        <p:xfrm>
          <a:off x="533402" y="-1371600"/>
          <a:ext cx="10922000" cy="7281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15550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Graphic spid="12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E30EA-CA6F-79F8-99C4-EE49D838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visualize this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4DE8DD-2889-001B-6704-19091D4F7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331" y="2438400"/>
            <a:ext cx="3843338" cy="332756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E1A18A0-4933-A46A-E59A-F69D94FE0A0B}"/>
                  </a:ext>
                </a:extLst>
              </p14:cNvPr>
              <p14:cNvContentPartPr/>
              <p14:nvPr/>
            </p14:nvContentPartPr>
            <p14:xfrm>
              <a:off x="4471630" y="2961385"/>
              <a:ext cx="305280" cy="263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E1A18A0-4933-A46A-E59A-F69D94FE0A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8990" y="2898385"/>
                <a:ext cx="430920" cy="38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28E40B1-B192-C000-8524-0D73327E63AB}"/>
              </a:ext>
            </a:extLst>
          </p:cNvPr>
          <p:cNvGrpSpPr/>
          <p:nvPr/>
        </p:nvGrpSpPr>
        <p:grpSpPr>
          <a:xfrm>
            <a:off x="7682830" y="3569425"/>
            <a:ext cx="285120" cy="432720"/>
            <a:chOff x="7682830" y="3569425"/>
            <a:chExt cx="28512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CA09D25-B257-C715-ED3F-70E00E7BDDEA}"/>
                    </a:ext>
                  </a:extLst>
                </p14:cNvPr>
                <p14:cNvContentPartPr/>
                <p14:nvPr/>
              </p14:nvContentPartPr>
              <p14:xfrm>
                <a:off x="7682830" y="3569425"/>
                <a:ext cx="285120" cy="432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CA09D25-B257-C715-ED3F-70E00E7BDDE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19830" y="3506785"/>
                  <a:ext cx="41076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5875881-2D5F-1DB6-FC72-A4CC8BC0CFAD}"/>
                    </a:ext>
                  </a:extLst>
                </p14:cNvPr>
                <p14:cNvContentPartPr/>
                <p14:nvPr/>
              </p14:nvContentPartPr>
              <p14:xfrm>
                <a:off x="7829350" y="3657265"/>
                <a:ext cx="105840" cy="303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5875881-2D5F-1DB6-FC72-A4CC8BC0CFA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66710" y="3594625"/>
                  <a:ext cx="231480" cy="429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B4E517D-CD57-CB13-4FE2-D0000AE50887}"/>
              </a:ext>
            </a:extLst>
          </p:cNvPr>
          <p:cNvSpPr txBox="1"/>
          <p:nvPr/>
        </p:nvSpPr>
        <p:spPr>
          <a:xfrm>
            <a:off x="7682830" y="3560635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C129C7-36A9-C93E-BC68-74A2033A343B}"/>
                  </a:ext>
                </a:extLst>
              </p:cNvPr>
              <p:cNvSpPr txBox="1"/>
              <p:nvPr/>
            </p:nvSpPr>
            <p:spPr>
              <a:xfrm>
                <a:off x="6477000" y="2438400"/>
                <a:ext cx="4008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𝑞</m:t>
                          </m:r>
                        </m:e>
                      </m:acc>
                    </m:oMath>
                  </m:oMathPara>
                </a14:m>
                <a:endParaRPr lang="en-US" sz="20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C129C7-36A9-C93E-BC68-74A2033A3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2438400"/>
                <a:ext cx="400814" cy="400110"/>
              </a:xfrm>
              <a:prstGeom prst="rect">
                <a:avLst/>
              </a:prstGeom>
              <a:blipFill>
                <a:blip r:embed="rId9"/>
                <a:stretch>
                  <a:fillRect r="-1538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C13FD1-2FD2-3FF7-830C-2FCC6F339BAE}"/>
                  </a:ext>
                </a:extLst>
              </p:cNvPr>
              <p:cNvSpPr txBox="1"/>
              <p:nvPr/>
            </p:nvSpPr>
            <p:spPr>
              <a:xfrm>
                <a:off x="533400" y="1743045"/>
                <a:ext cx="62517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itchFamily="34" charset="0"/>
                    <a:cs typeface="Arial" pitchFamily="34" charset="0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en-US" sz="2000" dirty="0">
                    <a:latin typeface="Arial" pitchFamily="34" charset="0"/>
                    <a:cs typeface="Arial" pitchFamily="34" charset="0"/>
                  </a:rPr>
                  <a:t> represent the vector created by our test digit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C13FD1-2FD2-3FF7-830C-2FCC6F339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743045"/>
                <a:ext cx="6251776" cy="400110"/>
              </a:xfrm>
              <a:prstGeom prst="rect">
                <a:avLst/>
              </a:prstGeom>
              <a:blipFill>
                <a:blip r:embed="rId10"/>
                <a:stretch>
                  <a:fillRect l="-878" t="-7576" r="-98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C92F3E5-71C7-9DC4-6C06-FC356B2199FA}"/>
              </a:ext>
            </a:extLst>
          </p:cNvPr>
          <p:cNvSpPr txBox="1"/>
          <p:nvPr/>
        </p:nvSpPr>
        <p:spPr>
          <a:xfrm>
            <a:off x="533400" y="2143155"/>
            <a:ext cx="451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 is our space for a particular digit </a:t>
            </a:r>
          </a:p>
        </p:txBody>
      </p:sp>
    </p:spTree>
    <p:extLst>
      <p:ext uri="{BB962C8B-B14F-4D97-AF65-F5344CB8AC3E}">
        <p14:creationId xmlns:p14="http://schemas.microsoft.com/office/powerpoint/2010/main" val="1200213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680B-E4FF-B44A-A773-41AE1F83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final touch…projection to subspace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E331C-8815-48FF-991A-BE69523BF817}"/>
              </a:ext>
            </a:extLst>
          </p:cNvPr>
          <p:cNvSpPr/>
          <p:nvPr/>
        </p:nvSpPr>
        <p:spPr>
          <a:xfrm>
            <a:off x="1600200" y="1295400"/>
            <a:ext cx="152400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564AA2-0931-437D-B6F5-44B1977F70D3}"/>
                  </a:ext>
                </a:extLst>
              </p:cNvPr>
              <p:cNvSpPr txBox="1"/>
              <p:nvPr/>
            </p:nvSpPr>
            <p:spPr>
              <a:xfrm>
                <a:off x="673099" y="1278523"/>
                <a:ext cx="1084580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rial" pitchFamily="34" charset="0"/>
                    <a:cs typeface="Arial" pitchFamily="34" charset="0"/>
                  </a:rPr>
                  <a:t>Suppose we are given an unknown image of a digit. Do the pre-processing as before and get a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en-US" sz="1600" dirty="0">
                    <a:latin typeface="Arial" pitchFamily="34" charset="0"/>
                    <a:cs typeface="Arial" pitchFamily="34" charset="0"/>
                  </a:rPr>
                  <a:t>. We want to calculate the “digit space”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en-US" sz="1600" dirty="0">
                    <a:latin typeface="Arial" pitchFamily="34" charset="0"/>
                    <a:cs typeface="Arial" pitchFamily="34" charset="0"/>
                  </a:rPr>
                  <a:t> is closest to.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564AA2-0931-437D-B6F5-44B1977F7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99" y="1278523"/>
                <a:ext cx="10845802" cy="584775"/>
              </a:xfrm>
              <a:prstGeom prst="rect">
                <a:avLst/>
              </a:prstGeom>
              <a:blipFill>
                <a:blip r:embed="rId4"/>
                <a:stretch>
                  <a:fillRect l="-225" t="-7292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F3EE818A-BCF7-49C4-A254-7707D09845E1}"/>
              </a:ext>
            </a:extLst>
          </p:cNvPr>
          <p:cNvGrpSpPr/>
          <p:nvPr/>
        </p:nvGrpSpPr>
        <p:grpSpPr>
          <a:xfrm>
            <a:off x="914400" y="2420835"/>
            <a:ext cx="5293965" cy="2743200"/>
            <a:chOff x="853593" y="2052563"/>
            <a:chExt cx="5293965" cy="2743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1EAD870-8DF2-44F1-AC27-53C2AC3094BB}"/>
                    </a:ext>
                  </a:extLst>
                </p:cNvPr>
                <p:cNvSpPr/>
                <p:nvPr/>
              </p:nvSpPr>
              <p:spPr>
                <a:xfrm>
                  <a:off x="853593" y="2667000"/>
                  <a:ext cx="1981200" cy="1524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𝑁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×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𝑁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rPr>
                    <a:t> image</a:t>
                  </a: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1EAD870-8DF2-44F1-AC27-53C2AC3094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593" y="2667000"/>
                  <a:ext cx="1981200" cy="1524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1B008C2-814E-4F5F-BA15-FEF8B04AD2F5}"/>
                </a:ext>
              </a:extLst>
            </p:cNvPr>
            <p:cNvSpPr/>
            <p:nvPr/>
          </p:nvSpPr>
          <p:spPr>
            <a:xfrm>
              <a:off x="4343401" y="2052563"/>
              <a:ext cx="152400" cy="2743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2DD1266-50A8-441C-81E9-CBEBDF7D3466}"/>
                    </a:ext>
                  </a:extLst>
                </p:cNvPr>
                <p:cNvSpPr txBox="1"/>
                <p:nvPr/>
              </p:nvSpPr>
              <p:spPr>
                <a:xfrm>
                  <a:off x="4737877" y="3260149"/>
                  <a:ext cx="140968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𝑁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1</m:t>
                      </m:r>
                    </m:oMath>
                  </a14:m>
                  <a:r>
                    <a:rPr lang="en-US" sz="1600" dirty="0">
                      <a:latin typeface="Arial" pitchFamily="34" charset="0"/>
                      <a:cs typeface="Arial" pitchFamily="34" charset="0"/>
                    </a:rPr>
                    <a:t> vector</a:t>
                  </a: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2DD1266-50A8-441C-81E9-CBEBDF7D3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7877" y="3260149"/>
                  <a:ext cx="1409681" cy="338554"/>
                </a:xfrm>
                <a:prstGeom prst="rect">
                  <a:avLst/>
                </a:prstGeom>
                <a:blipFill>
                  <a:blip r:embed="rId6"/>
                  <a:stretch>
                    <a:fillRect t="-5357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5B91072-E256-49A0-ABB6-64E87E53D8F8}"/>
                </a:ext>
              </a:extLst>
            </p:cNvPr>
            <p:cNvCxnSpPr/>
            <p:nvPr/>
          </p:nvCxnSpPr>
          <p:spPr>
            <a:xfrm>
              <a:off x="3352800" y="3424163"/>
              <a:ext cx="45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B80238-AB38-4B54-BBD9-580FED195933}"/>
                  </a:ext>
                </a:extLst>
              </p:cNvPr>
              <p:cNvSpPr txBox="1"/>
              <p:nvPr/>
            </p:nvSpPr>
            <p:spPr>
              <a:xfrm>
                <a:off x="7543800" y="2456298"/>
                <a:ext cx="2834942" cy="972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  <m:t>𝑞</m:t>
                                  </m:r>
                                </m:e>
                              </m:acc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  <m:t>𝑟</m:t>
                                  </m:r>
                                </m:sup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  <m:t>&lt;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  <m:t>𝑞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  <m:t>&gt;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B80238-AB38-4B54-BBD9-580FED195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2456298"/>
                <a:ext cx="2834942" cy="9727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5296F8-073C-45A4-A879-54E210ED9B28}"/>
                  </a:ext>
                </a:extLst>
              </p:cNvPr>
              <p:cNvSpPr txBox="1"/>
              <p:nvPr/>
            </p:nvSpPr>
            <p:spPr>
              <a:xfrm>
                <a:off x="6934200" y="4246420"/>
                <a:ext cx="3778855" cy="972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i="0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0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≤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𝑑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≤9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𝑞</m:t>
                                      </m:r>
                                    </m:e>
                                  </m:acc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itchFamily="34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&lt;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𝑞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&gt;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0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5296F8-073C-45A4-A879-54E210ED9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246420"/>
                <a:ext cx="3778855" cy="9727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6469F7B-15D5-3E22-A1C8-150DB4763A89}"/>
              </a:ext>
            </a:extLst>
          </p:cNvPr>
          <p:cNvSpPr txBox="1"/>
          <p:nvPr/>
        </p:nvSpPr>
        <p:spPr>
          <a:xfrm>
            <a:off x="228600" y="6400800"/>
            <a:ext cx="1257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Source: </a:t>
            </a:r>
            <a:r>
              <a:rPr lang="en-US" sz="1200" dirty="0">
                <a:latin typeface="Arial" pitchFamily="34" charset="0"/>
                <a:cs typeface="Arial" pitchFamily="34" charset="0"/>
                <a:hlinkClick r:id="rId9"/>
              </a:rPr>
              <a:t>https://mathematics.ucsd.edu/sites/math.ucsd.edu/files/undergrad/honors-program/honors-theses/2017-2018/Zecheng_Kuang_Honors_Thesis.pdf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32915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680B-E4FF-B44A-A773-41AE1F83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version of this work…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40AA84-85AF-4CEC-81A8-2C8307C470F2}"/>
              </a:ext>
            </a:extLst>
          </p:cNvPr>
          <p:cNvSpPr txBox="1"/>
          <p:nvPr/>
        </p:nvSpPr>
        <p:spPr>
          <a:xfrm>
            <a:off x="457200" y="6289507"/>
            <a:ext cx="1257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itchFamily="34" charset="0"/>
                <a:cs typeface="Arial" pitchFamily="34" charset="0"/>
              </a:rPr>
              <a:t>Source: </a:t>
            </a:r>
            <a:r>
              <a:rPr lang="en-US" sz="1400" dirty="0">
                <a:latin typeface="Arial" pitchFamily="34" charset="0"/>
                <a:cs typeface="Arial" pitchFamily="34" charset="0"/>
                <a:hlinkClick r:id="rId3"/>
              </a:rPr>
              <a:t>https://supremum.gewis.nl/data/supremum_54.2_magazine.pdf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E331C-8815-48FF-991A-BE69523BF817}"/>
              </a:ext>
            </a:extLst>
          </p:cNvPr>
          <p:cNvSpPr/>
          <p:nvPr/>
        </p:nvSpPr>
        <p:spPr>
          <a:xfrm>
            <a:off x="1600200" y="1295400"/>
            <a:ext cx="152400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2E36A7-87B4-C532-7611-334A5298F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1058417"/>
            <a:ext cx="6353973" cy="47411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22AB40-0C71-C99A-5C6E-9E0F0E79D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22" y="2083307"/>
            <a:ext cx="2419350" cy="8763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D944A3-872B-A03F-95AD-5C7EFBD622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493" y="4247233"/>
            <a:ext cx="4386263" cy="13153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76B7A7-C1B6-4CE8-2723-6FAEFCA34D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4991" y="1058417"/>
            <a:ext cx="1893765" cy="292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886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74C5F793-4913-49A9-97CE-F0FECD43C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B03F7-7B99-E461-8C94-7D1E3F74AF0F}"/>
              </a:ext>
            </a:extLst>
          </p:cNvPr>
          <p:cNvSpPr txBox="1"/>
          <p:nvPr/>
        </p:nvSpPr>
        <p:spPr>
          <a:xfrm>
            <a:off x="4268897" y="2828835"/>
            <a:ext cx="36542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i="1" dirty="0">
                <a:latin typeface="Brush Script MT" panose="03060802040406070304" pitchFamily="66" charset="0"/>
                <a:cs typeface="Arial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84323296"/>
      </p:ext>
    </p:extLst>
  </p:cSld>
  <p:clrMapOvr>
    <a:masterClrMapping/>
  </p:clrMapOvr>
</p:sld>
</file>

<file path=ppt/theme/theme1.xml><?xml version="1.0" encoding="utf-8"?>
<a:theme xmlns:a="http://schemas.openxmlformats.org/drawingml/2006/main" name="MW_Public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EBD618CB-6207-4B41-A246-675FC36CB0F4}" vid="{B5D48090-354F-4C60-BEB6-01236D8A89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3E32C3022BA344AE607CE1B766CD2B" ma:contentTypeVersion="12" ma:contentTypeDescription="Create a new document." ma:contentTypeScope="" ma:versionID="310e80eb87a9158f808c30fac8a708ed">
  <xsd:schema xmlns:xsd="http://www.w3.org/2001/XMLSchema" xmlns:xs="http://www.w3.org/2001/XMLSchema" xmlns:p="http://schemas.microsoft.com/office/2006/metadata/properties" xmlns:ns2="a70944c9-f5be-4b0f-89c7-00caf47c665c" xmlns:ns3="19f94994-4311-4823-a682-47492cb9e3e3" targetNamespace="http://schemas.microsoft.com/office/2006/metadata/properties" ma:root="true" ma:fieldsID="277299d70f32683baeb476bbf79986eb" ns2:_="" ns3:_="">
    <xsd:import namespace="a70944c9-f5be-4b0f-89c7-00caf47c665c"/>
    <xsd:import namespace="19f94994-4311-4823-a682-47492cb9e3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944c9-f5be-4b0f-89c7-00caf47c66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f94994-4311-4823-a682-47492cb9e3e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B851B7-D313-4E85-A1E0-5976CFE11EC3}">
  <ds:schemaRefs>
    <ds:schemaRef ds:uri="19f94994-4311-4823-a682-47492cb9e3e3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a70944c9-f5be-4b0f-89c7-00caf47c665c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D3982B3-6A4C-4AF2-AAEE-6B1FB46FFA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0944c9-f5be-4b0f-89c7-00caf47c665c"/>
    <ds:schemaRef ds:uri="19f94994-4311-4823-a682-47492cb9e3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61DF2E-245C-45DF-A9A5-EABECEA429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4014</TotalTime>
  <Words>421</Words>
  <Application>Microsoft Office PowerPoint</Application>
  <PresentationFormat>Widescreen</PresentationFormat>
  <Paragraphs>66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Brush Script MT</vt:lpstr>
      <vt:lpstr>Calibri</vt:lpstr>
      <vt:lpstr>Cambria Math</vt:lpstr>
      <vt:lpstr>Courier New</vt:lpstr>
      <vt:lpstr>Wingdings</vt:lpstr>
      <vt:lpstr>MW_Public_widescreen</vt:lpstr>
      <vt:lpstr>Digit Recognition with Linear Algebra</vt:lpstr>
      <vt:lpstr>What is a vector space?</vt:lpstr>
      <vt:lpstr>Our vector space built by digits</vt:lpstr>
      <vt:lpstr>First things first… the images</vt:lpstr>
      <vt:lpstr>Example</vt:lpstr>
      <vt:lpstr>Setting up our recognition system</vt:lpstr>
      <vt:lpstr>Setting up our recognition system</vt:lpstr>
      <vt:lpstr>Let’s visualize this</vt:lpstr>
      <vt:lpstr>The final touch…projection to subspace</vt:lpstr>
      <vt:lpstr>Short version of this work…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Algebra in Industry</dc:title>
  <dc:subject/>
  <dc:creator>Mike Michailidis</dc:creator>
  <cp:keywords>Version 22.0</cp:keywords>
  <dc:description/>
  <cp:lastModifiedBy>Jon Loftin</cp:lastModifiedBy>
  <cp:revision>6</cp:revision>
  <dcterms:created xsi:type="dcterms:W3CDTF">2022-05-26T12:34:18Z</dcterms:created>
  <dcterms:modified xsi:type="dcterms:W3CDTF">2023-12-27T19:19:31Z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441712758</vt:i4>
  </property>
  <property fmtid="{D5CDD505-2E9C-101B-9397-08002B2CF9AE}" pid="3" name="_NewReviewCycle">
    <vt:lpwstr/>
  </property>
  <property fmtid="{D5CDD505-2E9C-101B-9397-08002B2CF9AE}" pid="4" name="_EmailSubject">
    <vt:lpwstr>Quick PPT question</vt:lpwstr>
  </property>
  <property fmtid="{D5CDD505-2E9C-101B-9397-08002B2CF9AE}" pid="5" name="_AuthorEmail">
    <vt:lpwstr>Julie.Cornell@mathworks.com</vt:lpwstr>
  </property>
  <property fmtid="{D5CDD505-2E9C-101B-9397-08002B2CF9AE}" pid="6" name="_AuthorEmailDisplayName">
    <vt:lpwstr>Julie Cornell</vt:lpwstr>
  </property>
  <property fmtid="{D5CDD505-2E9C-101B-9397-08002B2CF9AE}" pid="7" name="ContentTypeId">
    <vt:lpwstr>0x010100E23E32C3022BA344AE607CE1B766CD2B</vt:lpwstr>
  </property>
  <property fmtid="{D5CDD505-2E9C-101B-9397-08002B2CF9AE}" pid="8" name="Order">
    <vt:r8>47491500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</Properties>
</file>