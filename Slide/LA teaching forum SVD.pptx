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71" r:id="rId5"/>
  </p:sldMasterIdLst>
  <p:notesMasterIdLst>
    <p:notesMasterId r:id="rId7"/>
  </p:notesMasterIdLst>
  <p:handoutMasterIdLst>
    <p:handoutMasterId r:id="rId8"/>
  </p:handoutMasterIdLst>
  <p:sldIdLst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3D65D6D-84F7-46BD-A74C-2D3A158F78B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673111-397B-1F2D-826E-ADCFE0BF4E97}" name="Tanya Morton" initials="TM" userId="S::tmorton@mathworks.com::5dbbdc9e-cd46-4511-b323-aed0b5bddbe1" providerId="AD"/>
  <p188:author id="{89342274-281D-294F-57ED-7971469C2997}" name="Maria Gavilan-Alfonso" initials="MGA" userId="S::mgavilan@mathworks.com::4f778513-1c4e-4666-ba0b-a2645d65547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y Arellano Bello" initials="GAB" lastIdx="14" clrIdx="0">
    <p:extLst>
      <p:ext uri="{19B8F6BF-5375-455C-9EA6-DF929625EA0E}">
        <p15:presenceInfo xmlns:p15="http://schemas.microsoft.com/office/powerpoint/2012/main" userId="S::garellan@mathworks.com::3f2c11e0-9137-4a40-9774-7f042cf1b2de" providerId="AD"/>
      </p:ext>
    </p:extLst>
  </p:cmAuthor>
  <p:cmAuthor id="2" name="Marco Rossi" initials="MR" lastIdx="1" clrIdx="1">
    <p:extLst>
      <p:ext uri="{19B8F6BF-5375-455C-9EA6-DF929625EA0E}">
        <p15:presenceInfo xmlns:p15="http://schemas.microsoft.com/office/powerpoint/2012/main" userId="S::mrossi@mathworks.com::1356a7c4-2d6f-4e95-b53e-0552a5204c5e" providerId="AD"/>
      </p:ext>
    </p:extLst>
  </p:cmAuthor>
  <p:cmAuthor id="3" name="Maria Gavilan-Alfonso" initials="MG" lastIdx="1" clrIdx="2">
    <p:extLst>
      <p:ext uri="{19B8F6BF-5375-455C-9EA6-DF929625EA0E}">
        <p15:presenceInfo xmlns:p15="http://schemas.microsoft.com/office/powerpoint/2012/main" userId="S::mgavilan@mathworks.com::4f778513-1c4e-4666-ba0b-a2645d6554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C84"/>
    <a:srgbClr val="00A9E0"/>
    <a:srgbClr val="81C0EE"/>
    <a:srgbClr val="5D9FD1"/>
    <a:srgbClr val="D27809"/>
    <a:srgbClr val="0D78C9"/>
    <a:srgbClr val="176DAD"/>
    <a:srgbClr val="993200"/>
    <a:srgbClr val="4D4E44"/>
    <a:srgbClr val="1763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89D3D-A6C4-4799-A386-1169DCE9A876}" v="8" dt="2026-09-22T21:02:59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0342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Loftin" userId="8abea567-b75f-467f-ab36-6d6b7785e8de" providerId="ADAL" clId="{A00EB99B-07DA-4E74-9583-D6432CA89F65}"/>
    <pc:docChg chg="custSel addSld delSld modSld delMainMaster modSection">
      <pc:chgData name="Jon Loftin" userId="8abea567-b75f-467f-ab36-6d6b7785e8de" providerId="ADAL" clId="{A00EB99B-07DA-4E74-9583-D6432CA89F65}" dt="2026-09-22T21:03:07.840" v="13" actId="47"/>
      <pc:docMkLst>
        <pc:docMk/>
      </pc:docMkLst>
      <pc:sldChg chg="addSp delSp modSp del mod">
        <pc:chgData name="Jon Loftin" userId="8abea567-b75f-467f-ab36-6d6b7785e8de" providerId="ADAL" clId="{A00EB99B-07DA-4E74-9583-D6432CA89F65}" dt="2026-09-22T21:03:07.840" v="13" actId="47"/>
        <pc:sldMkLst>
          <pc:docMk/>
          <pc:sldMk cId="0" sldId="256"/>
        </pc:sldMkLst>
        <pc:spChg chg="mod">
          <ac:chgData name="Jon Loftin" userId="8abea567-b75f-467f-ab36-6d6b7785e8de" providerId="ADAL" clId="{A00EB99B-07DA-4E74-9583-D6432CA89F65}" dt="2026-09-22T21:00:20.644" v="4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n Loftin" userId="8abea567-b75f-467f-ab36-6d6b7785e8de" providerId="ADAL" clId="{A00EB99B-07DA-4E74-9583-D6432CA89F65}" dt="2026-09-22T21:00:53.102" v="6" actId="255"/>
          <ac:spMkLst>
            <pc:docMk/>
            <pc:sldMk cId="0" sldId="256"/>
            <ac:spMk id="5" creationId="{23F75925-CE8D-60E2-7130-F5EC25BB8402}"/>
          </ac:spMkLst>
        </pc:spChg>
        <pc:spChg chg="add mod">
          <ac:chgData name="Jon Loftin" userId="8abea567-b75f-467f-ab36-6d6b7785e8de" providerId="ADAL" clId="{A00EB99B-07DA-4E74-9583-D6432CA89F65}" dt="2026-09-22T21:00:57.534" v="8" actId="478"/>
          <ac:spMkLst>
            <pc:docMk/>
            <pc:sldMk cId="0" sldId="256"/>
            <ac:spMk id="7" creationId="{9110ACB3-F8B6-3630-EBB0-0E22BFE5431A}"/>
          </ac:spMkLst>
        </pc:spChg>
        <pc:picChg chg="del">
          <ac:chgData name="Jon Loftin" userId="8abea567-b75f-467f-ab36-6d6b7785e8de" providerId="ADAL" clId="{A00EB99B-07DA-4E74-9583-D6432CA89F65}" dt="2026-09-22T21:00:57.534" v="8" actId="478"/>
          <ac:picMkLst>
            <pc:docMk/>
            <pc:sldMk cId="0" sldId="256"/>
            <ac:picMk id="4" creationId="{DD7BC0E3-24AC-1FED-7E7C-24FEC013D5ED}"/>
          </ac:picMkLst>
        </pc:picChg>
        <pc:picChg chg="del">
          <ac:chgData name="Jon Loftin" userId="8abea567-b75f-467f-ab36-6d6b7785e8de" providerId="ADAL" clId="{A00EB99B-07DA-4E74-9583-D6432CA89F65}" dt="2026-09-22T21:00:56.097" v="7" actId="478"/>
          <ac:picMkLst>
            <pc:docMk/>
            <pc:sldMk cId="0" sldId="256"/>
            <ac:picMk id="6" creationId="{FD434FEA-F947-B9B4-086C-36C199AB5A4C}"/>
          </ac:picMkLst>
        </pc:picChg>
      </pc:sldChg>
      <pc:sldChg chg="del">
        <pc:chgData name="Jon Loftin" userId="8abea567-b75f-467f-ab36-6d6b7785e8de" providerId="ADAL" clId="{A00EB99B-07DA-4E74-9583-D6432CA89F65}" dt="2026-09-22T21:01:30.345" v="9" actId="47"/>
        <pc:sldMkLst>
          <pc:docMk/>
          <pc:sldMk cId="0" sldId="257"/>
        </pc:sldMkLst>
      </pc:sldChg>
      <pc:sldChg chg="modSp new">
        <pc:chgData name="Jon Loftin" userId="8abea567-b75f-467f-ab36-6d6b7785e8de" providerId="ADAL" clId="{A00EB99B-07DA-4E74-9583-D6432CA89F65}" dt="2026-09-22T21:02:59.691" v="12"/>
        <pc:sldMkLst>
          <pc:docMk/>
          <pc:sldMk cId="3023709502" sldId="257"/>
        </pc:sldMkLst>
        <pc:spChg chg="mod">
          <ac:chgData name="Jon Loftin" userId="8abea567-b75f-467f-ab36-6d6b7785e8de" providerId="ADAL" clId="{A00EB99B-07DA-4E74-9583-D6432CA89F65}" dt="2026-09-22T21:02:59.691" v="12"/>
          <ac:spMkLst>
            <pc:docMk/>
            <pc:sldMk cId="3023709502" sldId="257"/>
            <ac:spMk id="2" creationId="{A9A9E37B-642A-739D-F0F3-D10A2335F54A}"/>
          </ac:spMkLst>
        </pc:spChg>
        <pc:spChg chg="mod">
          <ac:chgData name="Jon Loftin" userId="8abea567-b75f-467f-ab36-6d6b7785e8de" providerId="ADAL" clId="{A00EB99B-07DA-4E74-9583-D6432CA89F65}" dt="2026-09-22T21:02:30.742" v="11"/>
          <ac:spMkLst>
            <pc:docMk/>
            <pc:sldMk cId="3023709502" sldId="257"/>
            <ac:spMk id="3" creationId="{CC420ABF-853C-B96C-7DF0-0104CEC60F15}"/>
          </ac:spMkLst>
        </pc:spChg>
      </pc:sldChg>
      <pc:sldMasterChg chg="del delSldLayout">
        <pc:chgData name="Jon Loftin" userId="8abea567-b75f-467f-ab36-6d6b7785e8de" providerId="ADAL" clId="{A00EB99B-07DA-4E74-9583-D6432CA89F65}" dt="2026-09-22T21:00:18.458" v="3"/>
        <pc:sldMasterMkLst>
          <pc:docMk/>
          <pc:sldMasterMk cId="1176795860" sldId="2147483666"/>
        </pc:sldMasterMkLst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2143152862" sldId="2147483667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562420550" sldId="2147483668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2726273620" sldId="2147483669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1376183331" sldId="2147483670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4227879118" sldId="2147483671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1139392570" sldId="2147483672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2668803894" sldId="2147483673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3985666514" sldId="2147483674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1176795860" sldId="2147483666"/>
            <pc:sldLayoutMk cId="3052410494" sldId="2147483675"/>
          </pc:sldLayoutMkLst>
        </pc:sldLayoutChg>
      </pc:sldMasterChg>
      <pc:sldMasterChg chg="del delSldLayout">
        <pc:chgData name="Jon Loftin" userId="8abea567-b75f-467f-ab36-6d6b7785e8de" providerId="ADAL" clId="{A00EB99B-07DA-4E74-9583-D6432CA89F65}" dt="2026-09-22T21:00:18.458" v="3"/>
        <pc:sldMasterMkLst>
          <pc:docMk/>
          <pc:sldMasterMk cId="3889315517" sldId="2147483746"/>
        </pc:sldMasterMkLst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458699573" sldId="2147483747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3727229229" sldId="2147483748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1057045741" sldId="2147483749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3220452653" sldId="2147483750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832658834" sldId="2147483751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3889315517" sldId="2147483746"/>
            <pc:sldLayoutMk cId="3740436037" sldId="2147483752"/>
          </pc:sldLayoutMkLst>
        </pc:sldLayoutChg>
      </pc:sldMasterChg>
      <pc:sldMasterChg chg="del delSldLayout">
        <pc:chgData name="Jon Loftin" userId="8abea567-b75f-467f-ab36-6d6b7785e8de" providerId="ADAL" clId="{A00EB99B-07DA-4E74-9583-D6432CA89F65}" dt="2026-09-22T21:00:18.458" v="3"/>
        <pc:sldMasterMkLst>
          <pc:docMk/>
          <pc:sldMasterMk cId="75900986" sldId="2147483791"/>
        </pc:sldMasterMkLst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1482752782" sldId="2147483792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1905068160" sldId="2147483793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1661541242" sldId="2147483794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4286682587" sldId="2147483795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1846150640" sldId="2147483796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2583011595" sldId="2147483797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3737268230" sldId="2147483798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75900986" sldId="2147483791"/>
            <pc:sldLayoutMk cId="1862016327" sldId="2147483799"/>
          </pc:sldLayoutMkLst>
        </pc:sldLayoutChg>
      </pc:sldMasterChg>
      <pc:sldMasterChg chg="del delSldLayout">
        <pc:chgData name="Jon Loftin" userId="8abea567-b75f-467f-ab36-6d6b7785e8de" providerId="ADAL" clId="{A00EB99B-07DA-4E74-9583-D6432CA89F65}" dt="2026-09-22T21:00:18.458" v="3"/>
        <pc:sldMasterMkLst>
          <pc:docMk/>
          <pc:sldMasterMk cId="2231812977" sldId="2147483834"/>
        </pc:sldMasterMkLst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2745384365" sldId="2147483835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967918097" sldId="2147483836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2770157525" sldId="2147483837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801712917" sldId="2147483838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4106510140" sldId="2147483839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931668709" sldId="2147483840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716113317" sldId="2147483841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2798237292" sldId="2147483842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717912837" sldId="2147483843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3102454596" sldId="2147483844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09088928" sldId="2147483845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542360214" sldId="2147483846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2199933082" sldId="2147483847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235027493" sldId="2147483848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573629889" sldId="2147483849"/>
          </pc:sldLayoutMkLst>
        </pc:sldLayoutChg>
        <pc:sldLayoutChg chg="del">
          <pc:chgData name="Jon Loftin" userId="8abea567-b75f-467f-ab36-6d6b7785e8de" providerId="ADAL" clId="{A00EB99B-07DA-4E74-9583-D6432CA89F65}" dt="2026-09-22T21:00:18.458" v="3"/>
          <pc:sldLayoutMkLst>
            <pc:docMk/>
            <pc:sldMasterMk cId="2231812977" sldId="2147483834"/>
            <pc:sldLayoutMk cId="1040479118" sldId="21474838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636027-458D-49FE-A13A-41CAA4058E08}"/>
              </a:ext>
            </a:extLst>
          </p:cNvPr>
          <p:cNvSpPr/>
          <p:nvPr userDrawn="1"/>
        </p:nvSpPr>
        <p:spPr>
          <a:xfrm>
            <a:off x="5" y="1"/>
            <a:ext cx="1295395" cy="68580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spc="-67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Set Up</a:t>
            </a: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endParaRPr lang="en-US" sz="1600" b="1" kern="1200" spc="-67">
              <a:solidFill>
                <a:schemeClr val="tx2">
                  <a:lumMod val="40000"/>
                  <a:lumOff val="60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spc="-67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Passing Data</a:t>
            </a: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endParaRPr lang="en-US" sz="1600" b="1" kern="1200" spc="-67">
              <a:solidFill>
                <a:schemeClr val="tx2">
                  <a:lumMod val="40000"/>
                  <a:lumOff val="60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spc="-67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Calling MATLAB</a:t>
            </a: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endParaRPr lang="en-US" sz="1600" b="1" kern="1200" spc="-67">
              <a:solidFill>
                <a:schemeClr val="tx2">
                  <a:lumMod val="40000"/>
                  <a:lumOff val="60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spc="-67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Deployment</a:t>
            </a:r>
          </a:p>
          <a:p>
            <a:pPr marL="0" marR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endParaRPr lang="en-US" sz="1600" b="1" kern="1200" spc="-67" baseline="0">
              <a:solidFill>
                <a:schemeClr val="tx2">
                  <a:lumMod val="40000"/>
                  <a:lumOff val="60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1219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spc="-67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Parallel Universe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E4D1BFA0-B632-469D-BD6A-E9BD25ADD68C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229172" y="176521"/>
            <a:ext cx="10297392" cy="211603"/>
          </a:xfrm>
          <a:prstGeom prst="bentConnector3">
            <a:avLst>
              <a:gd name="adj1" fmla="val 100013"/>
            </a:avLst>
          </a:prstGeom>
          <a:ln w="12700">
            <a:solidFill>
              <a:srgbClr val="004B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">
            <a:extLst>
              <a:ext uri="{FF2B5EF4-FFF2-40B4-BE49-F238E27FC236}">
                <a16:creationId xmlns:a16="http://schemas.microsoft.com/office/drawing/2014/main" id="{A6E11584-0784-4F86-9AAC-AA522D7CB9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53717" y="926475"/>
            <a:ext cx="9976288" cy="541152"/>
          </a:xfrm>
          <a:prstGeom prst="rect">
            <a:avLst/>
          </a:prstGeom>
        </p:spPr>
        <p:txBody>
          <a:bodyPr/>
          <a:lstStyle>
            <a:lvl1pPr marL="0" indent="0">
              <a:buSzPct val="75000"/>
              <a:buNone/>
              <a:defRPr sz="2401" b="0" i="1">
                <a:solidFill>
                  <a:schemeClr val="accent4"/>
                </a:solidFill>
              </a:defRPr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5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F2CE5832-A8E2-4429-BF8A-A611ED05C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53713" y="1467627"/>
            <a:ext cx="9976292" cy="4648200"/>
          </a:xfrm>
          <a:prstGeom prst="rect">
            <a:avLst/>
          </a:prstGeom>
        </p:spPr>
        <p:txBody>
          <a:bodyPr/>
          <a:lstStyle>
            <a:lvl1pPr>
              <a:buSzPct val="75000"/>
              <a:defRPr sz="2401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5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E9F13164-291B-40FB-9437-305CC37F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713" y="387993"/>
            <a:ext cx="9976292" cy="6197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18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2022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443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0341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0153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537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8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96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9466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70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  <p:sldLayoutId id="2147483699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E37B-642A-739D-F0F3-D10A2335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Interactive SVD Learning Experience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20ABF-853C-B96C-7DF0-0104CEC60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Define what students should understand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Select a visual or real-world application.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Use MATLAB to explore singular vectors and singular values.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Investigate low-rank approximation and reconstruction error.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Encourage prediction, experimentation, and reflection.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Use MATLAB Copilot to generate code, explanations, plots, and questions.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Verify the mathematics and refine the activity for your audience.</a:t>
                </a:r>
              </a:p>
              <a:p>
                <a:pPr marL="342900" lvl="0" indent="-342900" fontAlgn="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Be prepared to share how you would use the Live Script in your course.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20ABF-853C-B96C-7DF0-0104CEC60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0" t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3709502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athWorks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D992D7DD-CA2E-4A61-A4BF-B55048F9C1A5}" vid="{967B863E-8A48-40AC-B3D6-4F73CD95E1A6}"/>
    </a:ext>
  </a:extLst>
</a:theme>
</file>

<file path=ppt/theme/theme2.xml><?xml version="1.0" encoding="utf-8"?>
<a:theme xmlns:a="http://schemas.openxmlformats.org/drawingml/2006/main" name="11_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6373C024-208B-4210-B9D7-DE9E6D46232F}" vid="{0AAF3998-E945-49EA-AE21-DC9C55644A9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BE06B1AA89A24DA703F28F01ABA099" ma:contentTypeVersion="10" ma:contentTypeDescription="Create a new document." ma:contentTypeScope="" ma:versionID="c30505339ba6883b0524b284694622a3">
  <xsd:schema xmlns:xsd="http://www.w3.org/2001/XMLSchema" xmlns:xs="http://www.w3.org/2001/XMLSchema" xmlns:p="http://schemas.microsoft.com/office/2006/metadata/properties" xmlns:ns2="32ca40d7-c674-4ea0-8116-0beb02122645" xmlns:ns3="94c87e16-e183-4a10-9217-78edaed4717f" targetNamespace="http://schemas.microsoft.com/office/2006/metadata/properties" ma:root="true" ma:fieldsID="13f23fc820aded13951e78bca03b0bd9" ns2:_="" ns3:_="">
    <xsd:import namespace="32ca40d7-c674-4ea0-8116-0beb02122645"/>
    <xsd:import namespace="94c87e16-e183-4a10-9217-78edaed471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a40d7-c674-4ea0-8116-0beb02122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87e16-e183-4a10-9217-78edaed4717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B851B7-D313-4E85-A1E0-5976CFE11EC3}">
  <ds:schemaRefs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94c87e16-e183-4a10-9217-78edaed4717f"/>
    <ds:schemaRef ds:uri="http://schemas.microsoft.com/office/2006/metadata/properties"/>
    <ds:schemaRef ds:uri="http://schemas.openxmlformats.org/package/2006/metadata/core-properties"/>
    <ds:schemaRef ds:uri="http://purl.org/dc/terms/"/>
    <ds:schemaRef ds:uri="32ca40d7-c674-4ea0-8116-0beb02122645"/>
  </ds:schemaRefs>
</ds:datastoreItem>
</file>

<file path=customXml/itemProps2.xml><?xml version="1.0" encoding="utf-8"?>
<ds:datastoreItem xmlns:ds="http://schemas.openxmlformats.org/officeDocument/2006/customXml" ds:itemID="{231607E9-9B9D-47B4-BA58-C44DE0D7D6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ca40d7-c674-4ea0-8116-0beb02122645"/>
    <ds:schemaRef ds:uri="94c87e16-e183-4a10-9217-78edaed471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9dd3a11-4348-4468-9bdd-e5072b1dc1e6}" enabled="0" method="" siteId="{99dd3a11-4348-4468-9bdd-e5072b1dc1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29947</TotalTime>
  <Words>90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Courier New</vt:lpstr>
      <vt:lpstr>Wingdings</vt:lpstr>
      <vt:lpstr>MW_Public_widescreen</vt:lpstr>
      <vt:lpstr>11_MW_Public_widescreen</vt:lpstr>
      <vt:lpstr>Create an Interactive SVD Learning Experience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Gavilan Alfonso, Maria Elena</dc:creator>
  <cp:keywords>Version 21.0</cp:keywords>
  <dc:description/>
  <cp:lastModifiedBy>Jon Loftin</cp:lastModifiedBy>
  <cp:revision>5</cp:revision>
  <dcterms:created xsi:type="dcterms:W3CDTF">2021-05-26T05:26:02Z</dcterms:created>
  <dcterms:modified xsi:type="dcterms:W3CDTF">2026-09-22T21:03:16Z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0x01010088BE06B1AA89A24DA703F28F01ABA099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